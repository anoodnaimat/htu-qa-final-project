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D0D9"/>
    <a:srgbClr val="276EB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946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81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High</cx:pt>
          <cx:pt idx="1">Medium</cx:pt>
          <cx:pt idx="2">Low</cx:pt>
        </cx:lvl>
      </cx:strDim>
      <cx:numDim type="val">
        <cx:f>Sheet1!$B$2:$B$4</cx:f>
        <cx:lvl ptCount="3" formatCode="General">
          <cx:pt idx="0">4</cx:pt>
          <cx:pt idx="1">7</cx:pt>
          <cx:pt idx="2">1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funnel" uniqueId="{DB405FC5-3ECB-4B8B-8134-D4E876C8F157}">
          <cx:tx>
            <cx:txData>
              <cx:f>Sheet1!$B$1</cx:f>
              <cx:v>Series1</cx:v>
            </cx:txData>
          </cx:tx>
          <cx:dataPt idx="0">
            <cx:spPr>
              <a:solidFill>
                <a:srgbClr val="FF0000"/>
              </a:solidFill>
            </cx:spPr>
          </cx:dataPt>
          <cx:dataPt idx="1">
            <cx:spPr>
              <a:solidFill>
                <a:srgbClr val="FFC000"/>
              </a:solidFill>
            </cx:spPr>
          </cx:dataPt>
          <cx:dataLabels>
            <cx:visibility seriesName="0" categoryName="0" value="1"/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2500" b="1" i="0" baseline="0">
                      <a:solidFill>
                        <a:schemeClr val="bg1"/>
                      </a:solidFill>
                    </a:defRPr>
                  </a:pPr>
                  <a:r>
                    <a:rPr lang="en-US" sz="2500" b="1" i="0" u="none" strike="noStrike" baseline="0">
                      <a:solidFill>
                        <a:schemeClr val="bg1"/>
                      </a:solidFill>
                      <a:latin typeface="Readex Pro Light"/>
                      <a:cs typeface="Readex Pro Light"/>
                    </a:rPr>
                    <a:t>4</a:t>
                  </a:r>
                </a:p>
              </cx:txPr>
            </cx:dataLabel>
            <cx:dataLabel idx="1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2500" b="1" i="0" baseline="0">
                      <a:solidFill>
                        <a:schemeClr val="bg1"/>
                      </a:solidFill>
                    </a:defRPr>
                  </a:pPr>
                  <a:r>
                    <a:rPr lang="en-US" sz="2500" b="1" i="0" u="none" strike="noStrike" baseline="0">
                      <a:solidFill>
                        <a:schemeClr val="bg1"/>
                      </a:solidFill>
                      <a:latin typeface="Readex Pro Light"/>
                      <a:cs typeface="Readex Pro Light"/>
                    </a:rPr>
                    <a:t>7</a:t>
                  </a:r>
                </a:p>
              </cx:txPr>
            </cx:dataLabel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2500" b="1" i="0" baseline="0">
                      <a:solidFill>
                        <a:schemeClr val="bg1"/>
                      </a:solidFill>
                    </a:defRPr>
                  </a:pPr>
                  <a:r>
                    <a:rPr lang="en-US" sz="2500" b="1" i="0" u="none" strike="noStrike" baseline="0">
                      <a:solidFill>
                        <a:schemeClr val="bg1"/>
                      </a:solidFill>
                      <a:latin typeface="Readex Pro Light"/>
                      <a:cs typeface="Readex Pro Light"/>
                    </a:rPr>
                    <a:t>1</a:t>
                  </a:r>
                </a:p>
              </cx:txPr>
            </cx:dataLabel>
          </cx:dataLabels>
          <cx:dataId val="0"/>
        </cx:series>
      </cx:plotAreaRegion>
      <cx:axis id="0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78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35E80B-FC7F-F87B-D35C-002CE67483DD}"/>
              </a:ext>
            </a:extLst>
          </p:cNvPr>
          <p:cNvSpPr txBox="1">
            <a:spLocks/>
          </p:cNvSpPr>
          <p:nvPr userDrawn="1"/>
        </p:nvSpPr>
        <p:spPr>
          <a:xfrm>
            <a:off x="10863263" y="6102033"/>
            <a:ext cx="150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14C9D45-E86D-4DA4-9889-28A452CDF624}" type="slidenum">
              <a:rPr lang="en-ID" sz="360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pPr algn="ctr"/>
              <a:t>‹#›</a:t>
            </a:fld>
            <a:endParaRPr lang="en-ID" sz="36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92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64B882-EEB9-1FEC-ABDE-E2B9FFF440C4}"/>
              </a:ext>
            </a:extLst>
          </p:cNvPr>
          <p:cNvSpPr txBox="1"/>
          <p:nvPr/>
        </p:nvSpPr>
        <p:spPr>
          <a:xfrm>
            <a:off x="2050848" y="1994154"/>
            <a:ext cx="8090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276EBB"/>
                </a:solidFill>
                <a:latin typeface="+mj-lt"/>
                <a:cs typeface="+mj-cs"/>
              </a:rPr>
              <a:t>Software Testing &amp; Quality Assurance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080A3-2698-BA42-58CC-76B0C551E3FD}"/>
              </a:ext>
            </a:extLst>
          </p:cNvPr>
          <p:cNvSpPr txBox="1"/>
          <p:nvPr/>
        </p:nvSpPr>
        <p:spPr>
          <a:xfrm>
            <a:off x="4090503" y="3742265"/>
            <a:ext cx="4010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600" b="1" dirty="0">
                <a:solidFill>
                  <a:schemeClr val="accent1"/>
                </a:solidFill>
              </a:rPr>
              <a:t>Final QA Technical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00764-4E21-9B46-6FB3-57B395363535}"/>
              </a:ext>
            </a:extLst>
          </p:cNvPr>
          <p:cNvSpPr txBox="1"/>
          <p:nvPr/>
        </p:nvSpPr>
        <p:spPr>
          <a:xfrm>
            <a:off x="4090503" y="4379389"/>
            <a:ext cx="4010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600" dirty="0">
                <a:solidFill>
                  <a:schemeClr val="accent1"/>
                </a:solidFill>
              </a:rPr>
              <a:t>Anood </a:t>
            </a:r>
            <a:r>
              <a:rPr lang="en-US" sz="1600" dirty="0" err="1">
                <a:solidFill>
                  <a:schemeClr val="accent1"/>
                </a:solidFill>
              </a:rPr>
              <a:t>Naimat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E48DA-7682-30B2-4D98-B5687FF364EF}"/>
              </a:ext>
            </a:extLst>
          </p:cNvPr>
          <p:cNvSpPr txBox="1"/>
          <p:nvPr/>
        </p:nvSpPr>
        <p:spPr>
          <a:xfrm>
            <a:off x="3409662" y="4671469"/>
            <a:ext cx="5372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1"/>
                </a:solidFill>
              </a:rPr>
              <a:t>Software Testing &amp; Quality Assurance Track</a:t>
            </a:r>
          </a:p>
        </p:txBody>
      </p:sp>
    </p:spTree>
    <p:extLst>
      <p:ext uri="{BB962C8B-B14F-4D97-AF65-F5344CB8AC3E}">
        <p14:creationId xmlns:p14="http://schemas.microsoft.com/office/powerpoint/2010/main" val="77236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78B0-402F-AA65-5B4D-0C0A20D6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40754F-D09B-7A9C-E0AE-06A6BEE8276A}"/>
              </a:ext>
            </a:extLst>
          </p:cNvPr>
          <p:cNvSpPr/>
          <p:nvPr/>
        </p:nvSpPr>
        <p:spPr>
          <a:xfrm rot="5400000" flipH="1">
            <a:off x="5183628" y="3381794"/>
            <a:ext cx="2954271" cy="3998140"/>
          </a:xfrm>
          <a:custGeom>
            <a:avLst/>
            <a:gdLst>
              <a:gd name="connsiteX0" fmla="*/ 2954271 w 2954271"/>
              <a:gd name="connsiteY0" fmla="*/ 1999070 h 3998140"/>
              <a:gd name="connsiteX1" fmla="*/ 2885786 w 2954271"/>
              <a:gd name="connsiteY1" fmla="*/ 2254586 h 3998140"/>
              <a:gd name="connsiteX2" fmla="*/ 2026704 w 2954271"/>
              <a:gd name="connsiteY2" fmla="*/ 3742626 h 3998140"/>
              <a:gd name="connsiteX3" fmla="*/ 1584056 w 2954271"/>
              <a:gd name="connsiteY3" fmla="*/ 3998140 h 3998140"/>
              <a:gd name="connsiteX4" fmla="*/ 0 w 2954271"/>
              <a:gd name="connsiteY4" fmla="*/ 3998140 h 3998140"/>
              <a:gd name="connsiteX5" fmla="*/ 0 w 2954271"/>
              <a:gd name="connsiteY5" fmla="*/ 0 h 3998140"/>
              <a:gd name="connsiteX6" fmla="*/ 1584056 w 2954271"/>
              <a:gd name="connsiteY6" fmla="*/ 0 h 3998140"/>
              <a:gd name="connsiteX7" fmla="*/ 2026704 w 2954271"/>
              <a:gd name="connsiteY7" fmla="*/ 255514 h 3998140"/>
              <a:gd name="connsiteX8" fmla="*/ 2885786 w 2954271"/>
              <a:gd name="connsiteY8" fmla="*/ 1743554 h 3998140"/>
              <a:gd name="connsiteX9" fmla="*/ 2954271 w 2954271"/>
              <a:gd name="connsiteY9" fmla="*/ 1999070 h 399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4271" h="3998140">
                <a:moveTo>
                  <a:pt x="2954271" y="1999070"/>
                </a:moveTo>
                <a:cubicBezTo>
                  <a:pt x="2954271" y="2087313"/>
                  <a:pt x="2931443" y="2175556"/>
                  <a:pt x="2885786" y="2254586"/>
                </a:cubicBezTo>
                <a:lnTo>
                  <a:pt x="2026704" y="3742626"/>
                </a:lnTo>
                <a:cubicBezTo>
                  <a:pt x="1935390" y="3900687"/>
                  <a:pt x="1766685" y="3998140"/>
                  <a:pt x="1584056" y="3998140"/>
                </a:cubicBezTo>
                <a:lnTo>
                  <a:pt x="0" y="3998140"/>
                </a:lnTo>
                <a:lnTo>
                  <a:pt x="0" y="0"/>
                </a:lnTo>
                <a:lnTo>
                  <a:pt x="1584056" y="0"/>
                </a:lnTo>
                <a:cubicBezTo>
                  <a:pt x="1766685" y="0"/>
                  <a:pt x="1935390" y="97458"/>
                  <a:pt x="2026704" y="255514"/>
                </a:cubicBezTo>
                <a:lnTo>
                  <a:pt x="2885786" y="1743554"/>
                </a:lnTo>
                <a:cubicBezTo>
                  <a:pt x="2931443" y="1822585"/>
                  <a:pt x="2954271" y="1910827"/>
                  <a:pt x="2954271" y="199907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r" rtl="1"/>
            <a:endParaRPr lang="en-ID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35EB43-CD9E-177B-D28D-8DBFDA3FE4A5}"/>
              </a:ext>
            </a:extLst>
          </p:cNvPr>
          <p:cNvSpPr txBox="1"/>
          <p:nvPr/>
        </p:nvSpPr>
        <p:spPr>
          <a:xfrm flipH="1">
            <a:off x="332284" y="699134"/>
            <a:ext cx="5630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About me &amp; Use Case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5CE1297-C4E7-3548-287A-08DF3C2CE5CC}"/>
              </a:ext>
            </a:extLst>
          </p:cNvPr>
          <p:cNvSpPr/>
          <p:nvPr/>
        </p:nvSpPr>
        <p:spPr>
          <a:xfrm rot="7200001" flipH="1">
            <a:off x="5725376" y="2862596"/>
            <a:ext cx="933086" cy="593154"/>
          </a:xfrm>
          <a:custGeom>
            <a:avLst/>
            <a:gdLst>
              <a:gd name="connsiteX0" fmla="*/ 0 w 655986"/>
              <a:gd name="connsiteY0" fmla="*/ 0 h 417004"/>
              <a:gd name="connsiteX1" fmla="*/ 655986 w 655986"/>
              <a:gd name="connsiteY1" fmla="*/ 0 h 417004"/>
              <a:gd name="connsiteX2" fmla="*/ 655986 w 655986"/>
              <a:gd name="connsiteY2" fmla="*/ 417004 h 417004"/>
              <a:gd name="connsiteX3" fmla="*/ 0 w 655986"/>
              <a:gd name="connsiteY3" fmla="*/ 417004 h 41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986" h="417004">
                <a:moveTo>
                  <a:pt x="0" y="0"/>
                </a:moveTo>
                <a:lnTo>
                  <a:pt x="655986" y="0"/>
                </a:lnTo>
                <a:lnTo>
                  <a:pt x="655986" y="417004"/>
                </a:lnTo>
                <a:lnTo>
                  <a:pt x="0" y="417004"/>
                </a:lnTo>
                <a:close/>
              </a:path>
            </a:pathLst>
          </a:custGeom>
          <a:solidFill>
            <a:srgbClr val="FCFE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CFC76B53-5622-2005-6B4D-2549B0923A20}"/>
              </a:ext>
            </a:extLst>
          </p:cNvPr>
          <p:cNvSpPr/>
          <p:nvPr/>
        </p:nvSpPr>
        <p:spPr>
          <a:xfrm rot="5400000" flipH="1">
            <a:off x="4334713" y="1428665"/>
            <a:ext cx="4571410" cy="4907282"/>
          </a:xfrm>
          <a:custGeom>
            <a:avLst/>
            <a:gdLst>
              <a:gd name="connsiteX0" fmla="*/ 4845886 w 4845886"/>
              <a:gd name="connsiteY0" fmla="*/ 2604124 h 5201923"/>
              <a:gd name="connsiteX1" fmla="*/ 4807108 w 4845886"/>
              <a:gd name="connsiteY1" fmla="*/ 2749180 h 5201923"/>
              <a:gd name="connsiteX2" fmla="*/ 4505793 w 4845886"/>
              <a:gd name="connsiteY2" fmla="*/ 3271097 h 5201923"/>
              <a:gd name="connsiteX3" fmla="*/ 4254457 w 4845886"/>
              <a:gd name="connsiteY3" fmla="*/ 3416153 h 5201923"/>
              <a:gd name="connsiteX4" fmla="*/ 3651828 w 4845886"/>
              <a:gd name="connsiteY4" fmla="*/ 3416152 h 5201923"/>
              <a:gd name="connsiteX5" fmla="*/ 3400491 w 4845886"/>
              <a:gd name="connsiteY5" fmla="*/ 3271096 h 5201923"/>
              <a:gd name="connsiteX6" fmla="*/ 3300513 w 4845886"/>
              <a:gd name="connsiteY6" fmla="*/ 3097921 h 5201923"/>
              <a:gd name="connsiteX7" fmla="*/ 3174484 w 4845886"/>
              <a:gd name="connsiteY7" fmla="*/ 3170684 h 5201923"/>
              <a:gd name="connsiteX8" fmla="*/ 3276979 w 4845886"/>
              <a:gd name="connsiteY8" fmla="*/ 3348219 h 5201923"/>
              <a:gd name="connsiteX9" fmla="*/ 3276979 w 4845886"/>
              <a:gd name="connsiteY9" fmla="*/ 3638332 h 5201923"/>
              <a:gd name="connsiteX10" fmla="*/ 2975665 w 4845886"/>
              <a:gd name="connsiteY10" fmla="*/ 4160249 h 5201923"/>
              <a:gd name="connsiteX11" fmla="*/ 2724329 w 4845886"/>
              <a:gd name="connsiteY11" fmla="*/ 4305305 h 5201923"/>
              <a:gd name="connsiteX12" fmla="*/ 2121699 w 4845886"/>
              <a:gd name="connsiteY12" fmla="*/ 4305305 h 5201923"/>
              <a:gd name="connsiteX13" fmla="*/ 1870364 w 4845886"/>
              <a:gd name="connsiteY13" fmla="*/ 4160249 h 5201923"/>
              <a:gd name="connsiteX14" fmla="*/ 1767876 w 4845886"/>
              <a:gd name="connsiteY14" fmla="*/ 3982725 h 5201923"/>
              <a:gd name="connsiteX15" fmla="*/ 1638612 w 4845886"/>
              <a:gd name="connsiteY15" fmla="*/ 4057355 h 5201923"/>
              <a:gd name="connsiteX16" fmla="*/ 1746851 w 4845886"/>
              <a:gd name="connsiteY16" fmla="*/ 4244838 h 5201923"/>
              <a:gd name="connsiteX17" fmla="*/ 1746851 w 4845886"/>
              <a:gd name="connsiteY17" fmla="*/ 4534951 h 5201923"/>
              <a:gd name="connsiteX18" fmla="*/ 1445535 w 4845886"/>
              <a:gd name="connsiteY18" fmla="*/ 5056868 h 5201923"/>
              <a:gd name="connsiteX19" fmla="*/ 1194200 w 4845886"/>
              <a:gd name="connsiteY19" fmla="*/ 5201923 h 5201923"/>
              <a:gd name="connsiteX20" fmla="*/ 591570 w 4845886"/>
              <a:gd name="connsiteY20" fmla="*/ 5201923 h 5201923"/>
              <a:gd name="connsiteX21" fmla="*/ 340234 w 4845886"/>
              <a:gd name="connsiteY21" fmla="*/ 5056867 h 5201923"/>
              <a:gd name="connsiteX22" fmla="*/ 38920 w 4845886"/>
              <a:gd name="connsiteY22" fmla="*/ 4534951 h 5201923"/>
              <a:gd name="connsiteX23" fmla="*/ 38920 w 4845886"/>
              <a:gd name="connsiteY23" fmla="*/ 4244838 h 5201923"/>
              <a:gd name="connsiteX24" fmla="*/ 340235 w 4845886"/>
              <a:gd name="connsiteY24" fmla="*/ 3722923 h 5201923"/>
              <a:gd name="connsiteX25" fmla="*/ 591571 w 4845886"/>
              <a:gd name="connsiteY25" fmla="*/ 3577866 h 5201923"/>
              <a:gd name="connsiteX26" fmla="*/ 1194201 w 4845886"/>
              <a:gd name="connsiteY26" fmla="*/ 3577866 h 5201923"/>
              <a:gd name="connsiteX27" fmla="*/ 1445535 w 4845886"/>
              <a:gd name="connsiteY27" fmla="*/ 3722923 h 5201923"/>
              <a:gd name="connsiteX28" fmla="*/ 1546123 w 4845886"/>
              <a:gd name="connsiteY28" fmla="*/ 3897154 h 5201923"/>
              <a:gd name="connsiteX29" fmla="*/ 1675388 w 4845886"/>
              <a:gd name="connsiteY29" fmla="*/ 3822523 h 5201923"/>
              <a:gd name="connsiteX30" fmla="*/ 1569050 w 4845886"/>
              <a:gd name="connsiteY30" fmla="*/ 3638332 h 5201923"/>
              <a:gd name="connsiteX31" fmla="*/ 1569050 w 4845886"/>
              <a:gd name="connsiteY31" fmla="*/ 3348219 h 5201923"/>
              <a:gd name="connsiteX32" fmla="*/ 1870366 w 4845886"/>
              <a:gd name="connsiteY32" fmla="*/ 2826302 h 5201923"/>
              <a:gd name="connsiteX33" fmla="*/ 2121700 w 4845886"/>
              <a:gd name="connsiteY33" fmla="*/ 2681246 h 5201923"/>
              <a:gd name="connsiteX34" fmla="*/ 2724330 w 4845886"/>
              <a:gd name="connsiteY34" fmla="*/ 2681246 h 5201923"/>
              <a:gd name="connsiteX35" fmla="*/ 2975666 w 4845886"/>
              <a:gd name="connsiteY35" fmla="*/ 2826302 h 5201923"/>
              <a:gd name="connsiteX36" fmla="*/ 3081996 w 4845886"/>
              <a:gd name="connsiteY36" fmla="*/ 3010482 h 5201923"/>
              <a:gd name="connsiteX37" fmla="*/ 3208025 w 4845886"/>
              <a:gd name="connsiteY37" fmla="*/ 2937719 h 5201923"/>
              <a:gd name="connsiteX38" fmla="*/ 3099178 w 4845886"/>
              <a:gd name="connsiteY38" fmla="*/ 2749179 h 5201923"/>
              <a:gd name="connsiteX39" fmla="*/ 3099178 w 4845886"/>
              <a:gd name="connsiteY39" fmla="*/ 2459067 h 5201923"/>
              <a:gd name="connsiteX40" fmla="*/ 3207327 w 4845886"/>
              <a:gd name="connsiteY40" fmla="*/ 2271739 h 5201923"/>
              <a:gd name="connsiteX41" fmla="*/ 3077892 w 4845886"/>
              <a:gd name="connsiteY41" fmla="*/ 2197010 h 5201923"/>
              <a:gd name="connsiteX42" fmla="*/ 2975521 w 4845886"/>
              <a:gd name="connsiteY42" fmla="*/ 2374329 h 5201923"/>
              <a:gd name="connsiteX43" fmla="*/ 2724186 w 4845886"/>
              <a:gd name="connsiteY43" fmla="*/ 2519386 h 5201923"/>
              <a:gd name="connsiteX44" fmla="*/ 2121557 w 4845886"/>
              <a:gd name="connsiteY44" fmla="*/ 2519386 h 5201923"/>
              <a:gd name="connsiteX45" fmla="*/ 1870222 w 4845886"/>
              <a:gd name="connsiteY45" fmla="*/ 2374329 h 5201923"/>
              <a:gd name="connsiteX46" fmla="*/ 1568907 w 4845886"/>
              <a:gd name="connsiteY46" fmla="*/ 1852414 h 5201923"/>
              <a:gd name="connsiteX47" fmla="*/ 1568907 w 4845886"/>
              <a:gd name="connsiteY47" fmla="*/ 1562301 h 5201923"/>
              <a:gd name="connsiteX48" fmla="*/ 1671358 w 4845886"/>
              <a:gd name="connsiteY48" fmla="*/ 1384842 h 5201923"/>
              <a:gd name="connsiteX49" fmla="*/ 1542654 w 4845886"/>
              <a:gd name="connsiteY49" fmla="*/ 1310534 h 5201923"/>
              <a:gd name="connsiteX50" fmla="*/ 1445394 w 4845886"/>
              <a:gd name="connsiteY50" fmla="*/ 1479000 h 5201923"/>
              <a:gd name="connsiteX51" fmla="*/ 1194060 w 4845886"/>
              <a:gd name="connsiteY51" fmla="*/ 1624057 h 5201923"/>
              <a:gd name="connsiteX52" fmla="*/ 591430 w 4845886"/>
              <a:gd name="connsiteY52" fmla="*/ 1624057 h 5201923"/>
              <a:gd name="connsiteX53" fmla="*/ 340094 w 4845886"/>
              <a:gd name="connsiteY53" fmla="*/ 1479000 h 5201923"/>
              <a:gd name="connsiteX54" fmla="*/ 38778 w 4845886"/>
              <a:gd name="connsiteY54" fmla="*/ 957085 h 5201923"/>
              <a:gd name="connsiteX55" fmla="*/ 38778 w 4845886"/>
              <a:gd name="connsiteY55" fmla="*/ 666972 h 5201923"/>
              <a:gd name="connsiteX56" fmla="*/ 340094 w 4845886"/>
              <a:gd name="connsiteY56" fmla="*/ 145056 h 5201923"/>
              <a:gd name="connsiteX57" fmla="*/ 591430 w 4845886"/>
              <a:gd name="connsiteY57" fmla="*/ 0 h 5201923"/>
              <a:gd name="connsiteX58" fmla="*/ 1194060 w 4845886"/>
              <a:gd name="connsiteY58" fmla="*/ 0 h 5201923"/>
              <a:gd name="connsiteX59" fmla="*/ 1445394 w 4845886"/>
              <a:gd name="connsiteY59" fmla="*/ 145056 h 5201923"/>
              <a:gd name="connsiteX60" fmla="*/ 1746709 w 4845886"/>
              <a:gd name="connsiteY60" fmla="*/ 666972 h 5201923"/>
              <a:gd name="connsiteX61" fmla="*/ 1746709 w 4845886"/>
              <a:gd name="connsiteY61" fmla="*/ 957085 h 5201923"/>
              <a:gd name="connsiteX62" fmla="*/ 1635141 w 4845886"/>
              <a:gd name="connsiteY62" fmla="*/ 1150333 h 5201923"/>
              <a:gd name="connsiteX63" fmla="*/ 1763846 w 4845886"/>
              <a:gd name="connsiteY63" fmla="*/ 1224641 h 5201923"/>
              <a:gd name="connsiteX64" fmla="*/ 1870222 w 4845886"/>
              <a:gd name="connsiteY64" fmla="*/ 1040387 h 5201923"/>
              <a:gd name="connsiteX65" fmla="*/ 2121557 w 4845886"/>
              <a:gd name="connsiteY65" fmla="*/ 895330 h 5201923"/>
              <a:gd name="connsiteX66" fmla="*/ 2724187 w 4845886"/>
              <a:gd name="connsiteY66" fmla="*/ 895331 h 5201923"/>
              <a:gd name="connsiteX67" fmla="*/ 2975520 w 4845886"/>
              <a:gd name="connsiteY67" fmla="*/ 1040387 h 5201923"/>
              <a:gd name="connsiteX68" fmla="*/ 3276836 w 4845886"/>
              <a:gd name="connsiteY68" fmla="*/ 1562301 h 5201923"/>
              <a:gd name="connsiteX69" fmla="*/ 3315615 w 4845886"/>
              <a:gd name="connsiteY69" fmla="*/ 1707357 h 5201923"/>
              <a:gd name="connsiteX70" fmla="*/ 3276836 w 4845886"/>
              <a:gd name="connsiteY70" fmla="*/ 1852415 h 5201923"/>
              <a:gd name="connsiteX71" fmla="*/ 3170380 w 4845886"/>
              <a:gd name="connsiteY71" fmla="*/ 2036809 h 5201923"/>
              <a:gd name="connsiteX72" fmla="*/ 3299815 w 4845886"/>
              <a:gd name="connsiteY72" fmla="*/ 2111538 h 5201923"/>
              <a:gd name="connsiteX73" fmla="*/ 3400493 w 4845886"/>
              <a:gd name="connsiteY73" fmla="*/ 1937151 h 5201923"/>
              <a:gd name="connsiteX74" fmla="*/ 3651829 w 4845886"/>
              <a:gd name="connsiteY74" fmla="*/ 1792094 h 5201923"/>
              <a:gd name="connsiteX75" fmla="*/ 4254457 w 4845886"/>
              <a:gd name="connsiteY75" fmla="*/ 1792095 h 5201923"/>
              <a:gd name="connsiteX76" fmla="*/ 4505793 w 4845886"/>
              <a:gd name="connsiteY76" fmla="*/ 1937152 h 5201923"/>
              <a:gd name="connsiteX77" fmla="*/ 4807108 w 4845886"/>
              <a:gd name="connsiteY77" fmla="*/ 2459068 h 5201923"/>
              <a:gd name="connsiteX78" fmla="*/ 4845886 w 4845886"/>
              <a:gd name="connsiteY78" fmla="*/ 2604124 h 5201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845886" h="5201923">
                <a:moveTo>
                  <a:pt x="4845886" y="2604124"/>
                </a:moveTo>
                <a:cubicBezTo>
                  <a:pt x="4845886" y="2654283"/>
                  <a:pt x="4832961" y="2704443"/>
                  <a:pt x="4807108" y="2749180"/>
                </a:cubicBezTo>
                <a:lnTo>
                  <a:pt x="4505793" y="3271097"/>
                </a:lnTo>
                <a:cubicBezTo>
                  <a:pt x="4454089" y="3360571"/>
                  <a:pt x="4357864" y="3416153"/>
                  <a:pt x="4254457" y="3416153"/>
                </a:cubicBezTo>
                <a:lnTo>
                  <a:pt x="3651828" y="3416152"/>
                </a:lnTo>
                <a:cubicBezTo>
                  <a:pt x="3548564" y="3416152"/>
                  <a:pt x="3452195" y="3360570"/>
                  <a:pt x="3400491" y="3271096"/>
                </a:cubicBezTo>
                <a:lnTo>
                  <a:pt x="3300513" y="3097921"/>
                </a:lnTo>
                <a:lnTo>
                  <a:pt x="3174484" y="3170684"/>
                </a:lnTo>
                <a:lnTo>
                  <a:pt x="3276979" y="3348219"/>
                </a:lnTo>
                <a:cubicBezTo>
                  <a:pt x="3328684" y="3437694"/>
                  <a:pt x="3328684" y="3548856"/>
                  <a:pt x="3276979" y="3638332"/>
                </a:cubicBezTo>
                <a:lnTo>
                  <a:pt x="2975665" y="4160249"/>
                </a:lnTo>
                <a:cubicBezTo>
                  <a:pt x="2923962" y="4249723"/>
                  <a:pt x="2827592" y="4305305"/>
                  <a:pt x="2724329" y="4305305"/>
                </a:cubicBezTo>
                <a:lnTo>
                  <a:pt x="2121699" y="4305305"/>
                </a:lnTo>
                <a:cubicBezTo>
                  <a:pt x="2018292" y="4305305"/>
                  <a:pt x="1922067" y="4249723"/>
                  <a:pt x="1870364" y="4160249"/>
                </a:cubicBezTo>
                <a:lnTo>
                  <a:pt x="1767876" y="3982725"/>
                </a:lnTo>
                <a:lnTo>
                  <a:pt x="1638612" y="4057355"/>
                </a:lnTo>
                <a:lnTo>
                  <a:pt x="1746851" y="4244838"/>
                </a:lnTo>
                <a:cubicBezTo>
                  <a:pt x="1798554" y="4334314"/>
                  <a:pt x="1798554" y="4445475"/>
                  <a:pt x="1746851" y="4534951"/>
                </a:cubicBezTo>
                <a:lnTo>
                  <a:pt x="1445535" y="5056868"/>
                </a:lnTo>
                <a:cubicBezTo>
                  <a:pt x="1393831" y="5146342"/>
                  <a:pt x="1297462" y="5201924"/>
                  <a:pt x="1194200" y="5201923"/>
                </a:cubicBezTo>
                <a:lnTo>
                  <a:pt x="591570" y="5201923"/>
                </a:lnTo>
                <a:cubicBezTo>
                  <a:pt x="488164" y="5201923"/>
                  <a:pt x="391937" y="5146341"/>
                  <a:pt x="340234" y="5056867"/>
                </a:cubicBezTo>
                <a:lnTo>
                  <a:pt x="38920" y="4534951"/>
                </a:lnTo>
                <a:cubicBezTo>
                  <a:pt x="-12785" y="4445475"/>
                  <a:pt x="-12785" y="4334314"/>
                  <a:pt x="38920" y="4244838"/>
                </a:cubicBezTo>
                <a:lnTo>
                  <a:pt x="340235" y="3722923"/>
                </a:lnTo>
                <a:cubicBezTo>
                  <a:pt x="391938" y="3633448"/>
                  <a:pt x="488307" y="3577866"/>
                  <a:pt x="591571" y="3577866"/>
                </a:cubicBezTo>
                <a:lnTo>
                  <a:pt x="1194201" y="3577866"/>
                </a:lnTo>
                <a:cubicBezTo>
                  <a:pt x="1297607" y="3577866"/>
                  <a:pt x="1393832" y="3633448"/>
                  <a:pt x="1445535" y="3722923"/>
                </a:cubicBezTo>
                <a:lnTo>
                  <a:pt x="1546123" y="3897154"/>
                </a:lnTo>
                <a:lnTo>
                  <a:pt x="1675388" y="3822523"/>
                </a:lnTo>
                <a:lnTo>
                  <a:pt x="1569050" y="3638332"/>
                </a:lnTo>
                <a:cubicBezTo>
                  <a:pt x="1517348" y="3548856"/>
                  <a:pt x="1517348" y="3437694"/>
                  <a:pt x="1569050" y="3348219"/>
                </a:cubicBezTo>
                <a:lnTo>
                  <a:pt x="1870366" y="2826302"/>
                </a:lnTo>
                <a:cubicBezTo>
                  <a:pt x="1922069" y="2736828"/>
                  <a:pt x="2018438" y="2681246"/>
                  <a:pt x="2121700" y="2681246"/>
                </a:cubicBezTo>
                <a:lnTo>
                  <a:pt x="2724330" y="2681246"/>
                </a:lnTo>
                <a:cubicBezTo>
                  <a:pt x="2827737" y="2681246"/>
                  <a:pt x="2923963" y="2736828"/>
                  <a:pt x="2975666" y="2826302"/>
                </a:cubicBezTo>
                <a:lnTo>
                  <a:pt x="3081996" y="3010482"/>
                </a:lnTo>
                <a:lnTo>
                  <a:pt x="3208025" y="2937719"/>
                </a:lnTo>
                <a:lnTo>
                  <a:pt x="3099178" y="2749179"/>
                </a:lnTo>
                <a:cubicBezTo>
                  <a:pt x="3047474" y="2659704"/>
                  <a:pt x="3047474" y="2548542"/>
                  <a:pt x="3099178" y="2459067"/>
                </a:cubicBezTo>
                <a:lnTo>
                  <a:pt x="3207327" y="2271739"/>
                </a:lnTo>
                <a:lnTo>
                  <a:pt x="3077892" y="2197010"/>
                </a:lnTo>
                <a:lnTo>
                  <a:pt x="2975521" y="2374329"/>
                </a:lnTo>
                <a:cubicBezTo>
                  <a:pt x="2923818" y="2463805"/>
                  <a:pt x="2827594" y="2519386"/>
                  <a:pt x="2724186" y="2519386"/>
                </a:cubicBezTo>
                <a:lnTo>
                  <a:pt x="2121557" y="2519386"/>
                </a:lnTo>
                <a:cubicBezTo>
                  <a:pt x="2018294" y="2519386"/>
                  <a:pt x="1921925" y="2463805"/>
                  <a:pt x="1870222" y="2374329"/>
                </a:cubicBezTo>
                <a:lnTo>
                  <a:pt x="1568907" y="1852414"/>
                </a:lnTo>
                <a:cubicBezTo>
                  <a:pt x="1517202" y="1762939"/>
                  <a:pt x="1517202" y="1651777"/>
                  <a:pt x="1568907" y="1562301"/>
                </a:cubicBezTo>
                <a:lnTo>
                  <a:pt x="1671358" y="1384842"/>
                </a:lnTo>
                <a:lnTo>
                  <a:pt x="1542654" y="1310534"/>
                </a:lnTo>
                <a:lnTo>
                  <a:pt x="1445394" y="1479000"/>
                </a:lnTo>
                <a:cubicBezTo>
                  <a:pt x="1393691" y="1568476"/>
                  <a:pt x="1297467" y="1624057"/>
                  <a:pt x="1194060" y="1624057"/>
                </a:cubicBezTo>
                <a:lnTo>
                  <a:pt x="591430" y="1624057"/>
                </a:lnTo>
                <a:cubicBezTo>
                  <a:pt x="488167" y="1624057"/>
                  <a:pt x="391798" y="1568476"/>
                  <a:pt x="340094" y="1479000"/>
                </a:cubicBezTo>
                <a:lnTo>
                  <a:pt x="38778" y="957085"/>
                </a:lnTo>
                <a:cubicBezTo>
                  <a:pt x="-12926" y="867609"/>
                  <a:pt x="-12926" y="756448"/>
                  <a:pt x="38778" y="666972"/>
                </a:cubicBezTo>
                <a:lnTo>
                  <a:pt x="340094" y="145056"/>
                </a:lnTo>
                <a:cubicBezTo>
                  <a:pt x="391798" y="55581"/>
                  <a:pt x="488023" y="0"/>
                  <a:pt x="591430" y="0"/>
                </a:cubicBezTo>
                <a:lnTo>
                  <a:pt x="1194060" y="0"/>
                </a:lnTo>
                <a:cubicBezTo>
                  <a:pt x="1297321" y="0"/>
                  <a:pt x="1393691" y="55581"/>
                  <a:pt x="1445394" y="145056"/>
                </a:cubicBezTo>
                <a:lnTo>
                  <a:pt x="1746709" y="666972"/>
                </a:lnTo>
                <a:cubicBezTo>
                  <a:pt x="1798413" y="756448"/>
                  <a:pt x="1798413" y="867609"/>
                  <a:pt x="1746709" y="957085"/>
                </a:cubicBezTo>
                <a:lnTo>
                  <a:pt x="1635141" y="1150333"/>
                </a:lnTo>
                <a:lnTo>
                  <a:pt x="1763846" y="1224641"/>
                </a:lnTo>
                <a:lnTo>
                  <a:pt x="1870222" y="1040387"/>
                </a:lnTo>
                <a:cubicBezTo>
                  <a:pt x="1921925" y="950911"/>
                  <a:pt x="2018151" y="895330"/>
                  <a:pt x="2121557" y="895330"/>
                </a:cubicBezTo>
                <a:lnTo>
                  <a:pt x="2724187" y="895331"/>
                </a:lnTo>
                <a:cubicBezTo>
                  <a:pt x="2827448" y="895330"/>
                  <a:pt x="2923818" y="950911"/>
                  <a:pt x="2975520" y="1040387"/>
                </a:cubicBezTo>
                <a:lnTo>
                  <a:pt x="3276836" y="1562301"/>
                </a:lnTo>
                <a:cubicBezTo>
                  <a:pt x="3302688" y="1607039"/>
                  <a:pt x="3315614" y="1657199"/>
                  <a:pt x="3315615" y="1707357"/>
                </a:cubicBezTo>
                <a:cubicBezTo>
                  <a:pt x="3315614" y="1757516"/>
                  <a:pt x="3302689" y="1807676"/>
                  <a:pt x="3276836" y="1852415"/>
                </a:cubicBezTo>
                <a:lnTo>
                  <a:pt x="3170380" y="2036809"/>
                </a:lnTo>
                <a:lnTo>
                  <a:pt x="3299815" y="2111538"/>
                </a:lnTo>
                <a:lnTo>
                  <a:pt x="3400493" y="1937151"/>
                </a:lnTo>
                <a:cubicBezTo>
                  <a:pt x="3452196" y="1847676"/>
                  <a:pt x="3548421" y="1792094"/>
                  <a:pt x="3651829" y="1792094"/>
                </a:cubicBezTo>
                <a:lnTo>
                  <a:pt x="4254457" y="1792095"/>
                </a:lnTo>
                <a:cubicBezTo>
                  <a:pt x="4357720" y="1792095"/>
                  <a:pt x="4454089" y="1847677"/>
                  <a:pt x="4505793" y="1937152"/>
                </a:cubicBezTo>
                <a:lnTo>
                  <a:pt x="4807108" y="2459068"/>
                </a:lnTo>
                <a:cubicBezTo>
                  <a:pt x="4832961" y="2503805"/>
                  <a:pt x="4845886" y="2553965"/>
                  <a:pt x="4845886" y="2604124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5A9C457-25F6-7CAE-6DDF-2166C93B1320}"/>
              </a:ext>
            </a:extLst>
          </p:cNvPr>
          <p:cNvSpPr/>
          <p:nvPr/>
        </p:nvSpPr>
        <p:spPr>
          <a:xfrm rot="5400000" flipH="1">
            <a:off x="7660565" y="4745242"/>
            <a:ext cx="1294915" cy="1161185"/>
          </a:xfrm>
          <a:custGeom>
            <a:avLst/>
            <a:gdLst>
              <a:gd name="connsiteX0" fmla="*/ 318730 w 1037129"/>
              <a:gd name="connsiteY0" fmla="*/ 0 h 930021"/>
              <a:gd name="connsiteX1" fmla="*/ 718399 w 1037129"/>
              <a:gd name="connsiteY1" fmla="*/ 0 h 930021"/>
              <a:gd name="connsiteX2" fmla="*/ 821365 w 1037129"/>
              <a:gd name="connsiteY2" fmla="*/ 59436 h 930021"/>
              <a:gd name="connsiteX3" fmla="*/ 1021199 w 1037129"/>
              <a:gd name="connsiteY3" fmla="*/ 405574 h 930021"/>
              <a:gd name="connsiteX4" fmla="*/ 1021199 w 1037129"/>
              <a:gd name="connsiteY4" fmla="*/ 524447 h 930021"/>
              <a:gd name="connsiteX5" fmla="*/ 821365 w 1037129"/>
              <a:gd name="connsiteY5" fmla="*/ 870585 h 930021"/>
              <a:gd name="connsiteX6" fmla="*/ 718399 w 1037129"/>
              <a:gd name="connsiteY6" fmla="*/ 930021 h 930021"/>
              <a:gd name="connsiteX7" fmla="*/ 318730 w 1037129"/>
              <a:gd name="connsiteY7" fmla="*/ 930021 h 930021"/>
              <a:gd name="connsiteX8" fmla="*/ 215765 w 1037129"/>
              <a:gd name="connsiteY8" fmla="*/ 870585 h 930021"/>
              <a:gd name="connsiteX9" fmla="*/ 15931 w 1037129"/>
              <a:gd name="connsiteY9" fmla="*/ 524447 h 930021"/>
              <a:gd name="connsiteX10" fmla="*/ 15931 w 1037129"/>
              <a:gd name="connsiteY10" fmla="*/ 405574 h 930021"/>
              <a:gd name="connsiteX11" fmla="*/ 215765 w 1037129"/>
              <a:gd name="connsiteY11" fmla="*/ 59436 h 930021"/>
              <a:gd name="connsiteX12" fmla="*/ 318730 w 1037129"/>
              <a:gd name="connsiteY12" fmla="*/ 0 h 93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37129" h="930021">
                <a:moveTo>
                  <a:pt x="318730" y="0"/>
                </a:moveTo>
                <a:lnTo>
                  <a:pt x="718399" y="0"/>
                </a:lnTo>
                <a:cubicBezTo>
                  <a:pt x="760881" y="0"/>
                  <a:pt x="800124" y="22670"/>
                  <a:pt x="821365" y="59436"/>
                </a:cubicBezTo>
                <a:lnTo>
                  <a:pt x="1021199" y="405574"/>
                </a:lnTo>
                <a:cubicBezTo>
                  <a:pt x="1042440" y="442341"/>
                  <a:pt x="1042440" y="487680"/>
                  <a:pt x="1021199" y="524447"/>
                </a:cubicBezTo>
                <a:lnTo>
                  <a:pt x="821365" y="870585"/>
                </a:lnTo>
                <a:cubicBezTo>
                  <a:pt x="800124" y="907352"/>
                  <a:pt x="760881" y="930021"/>
                  <a:pt x="718399" y="930021"/>
                </a:cubicBezTo>
                <a:lnTo>
                  <a:pt x="318730" y="930021"/>
                </a:lnTo>
                <a:cubicBezTo>
                  <a:pt x="276249" y="930021"/>
                  <a:pt x="237006" y="907352"/>
                  <a:pt x="215765" y="870585"/>
                </a:cubicBezTo>
                <a:lnTo>
                  <a:pt x="15931" y="524447"/>
                </a:lnTo>
                <a:cubicBezTo>
                  <a:pt x="-5310" y="487680"/>
                  <a:pt x="-5310" y="442341"/>
                  <a:pt x="15931" y="405574"/>
                </a:cubicBezTo>
                <a:lnTo>
                  <a:pt x="215765" y="59436"/>
                </a:lnTo>
                <a:cubicBezTo>
                  <a:pt x="237006" y="22670"/>
                  <a:pt x="276249" y="0"/>
                  <a:pt x="318730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A145759-802B-FFE6-235F-1966DF296CED}"/>
              </a:ext>
            </a:extLst>
          </p:cNvPr>
          <p:cNvSpPr/>
          <p:nvPr/>
        </p:nvSpPr>
        <p:spPr>
          <a:xfrm rot="5400000" flipH="1">
            <a:off x="6811506" y="3306047"/>
            <a:ext cx="1294915" cy="1161185"/>
          </a:xfrm>
          <a:custGeom>
            <a:avLst/>
            <a:gdLst>
              <a:gd name="connsiteX0" fmla="*/ 318730 w 1037129"/>
              <a:gd name="connsiteY0" fmla="*/ 0 h 930021"/>
              <a:gd name="connsiteX1" fmla="*/ 718399 w 1037129"/>
              <a:gd name="connsiteY1" fmla="*/ 0 h 930021"/>
              <a:gd name="connsiteX2" fmla="*/ 821365 w 1037129"/>
              <a:gd name="connsiteY2" fmla="*/ 59436 h 930021"/>
              <a:gd name="connsiteX3" fmla="*/ 1021199 w 1037129"/>
              <a:gd name="connsiteY3" fmla="*/ 405574 h 930021"/>
              <a:gd name="connsiteX4" fmla="*/ 1021199 w 1037129"/>
              <a:gd name="connsiteY4" fmla="*/ 524447 h 930021"/>
              <a:gd name="connsiteX5" fmla="*/ 821365 w 1037129"/>
              <a:gd name="connsiteY5" fmla="*/ 870585 h 930021"/>
              <a:gd name="connsiteX6" fmla="*/ 718399 w 1037129"/>
              <a:gd name="connsiteY6" fmla="*/ 930021 h 930021"/>
              <a:gd name="connsiteX7" fmla="*/ 318730 w 1037129"/>
              <a:gd name="connsiteY7" fmla="*/ 930021 h 930021"/>
              <a:gd name="connsiteX8" fmla="*/ 215765 w 1037129"/>
              <a:gd name="connsiteY8" fmla="*/ 870585 h 930021"/>
              <a:gd name="connsiteX9" fmla="*/ 15931 w 1037129"/>
              <a:gd name="connsiteY9" fmla="*/ 524447 h 930021"/>
              <a:gd name="connsiteX10" fmla="*/ 15931 w 1037129"/>
              <a:gd name="connsiteY10" fmla="*/ 405574 h 930021"/>
              <a:gd name="connsiteX11" fmla="*/ 215765 w 1037129"/>
              <a:gd name="connsiteY11" fmla="*/ 59436 h 930021"/>
              <a:gd name="connsiteX12" fmla="*/ 318730 w 1037129"/>
              <a:gd name="connsiteY12" fmla="*/ 0 h 93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37129" h="930021">
                <a:moveTo>
                  <a:pt x="318730" y="0"/>
                </a:moveTo>
                <a:lnTo>
                  <a:pt x="718399" y="0"/>
                </a:lnTo>
                <a:cubicBezTo>
                  <a:pt x="760881" y="0"/>
                  <a:pt x="800124" y="22670"/>
                  <a:pt x="821365" y="59436"/>
                </a:cubicBezTo>
                <a:lnTo>
                  <a:pt x="1021199" y="405574"/>
                </a:lnTo>
                <a:cubicBezTo>
                  <a:pt x="1042440" y="442341"/>
                  <a:pt x="1042440" y="487680"/>
                  <a:pt x="1021199" y="524447"/>
                </a:cubicBezTo>
                <a:lnTo>
                  <a:pt x="821365" y="870585"/>
                </a:lnTo>
                <a:cubicBezTo>
                  <a:pt x="800124" y="907352"/>
                  <a:pt x="760881" y="930021"/>
                  <a:pt x="718399" y="930021"/>
                </a:cubicBezTo>
                <a:lnTo>
                  <a:pt x="318730" y="930021"/>
                </a:lnTo>
                <a:cubicBezTo>
                  <a:pt x="276249" y="930021"/>
                  <a:pt x="237006" y="907352"/>
                  <a:pt x="215765" y="870585"/>
                </a:cubicBezTo>
                <a:lnTo>
                  <a:pt x="15931" y="524447"/>
                </a:lnTo>
                <a:cubicBezTo>
                  <a:pt x="-5310" y="487680"/>
                  <a:pt x="-5310" y="442341"/>
                  <a:pt x="15931" y="405574"/>
                </a:cubicBezTo>
                <a:lnTo>
                  <a:pt x="215765" y="59436"/>
                </a:lnTo>
                <a:cubicBezTo>
                  <a:pt x="237006" y="22670"/>
                  <a:pt x="276249" y="0"/>
                  <a:pt x="318730" y="0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816F46C7-FEDD-FD04-2EB3-D1CD1F5C1A44}"/>
              </a:ext>
            </a:extLst>
          </p:cNvPr>
          <p:cNvSpPr/>
          <p:nvPr/>
        </p:nvSpPr>
        <p:spPr>
          <a:xfrm rot="5400000" flipH="1">
            <a:off x="5972960" y="1862450"/>
            <a:ext cx="1294915" cy="1161185"/>
          </a:xfrm>
          <a:custGeom>
            <a:avLst/>
            <a:gdLst>
              <a:gd name="connsiteX0" fmla="*/ 318730 w 1037129"/>
              <a:gd name="connsiteY0" fmla="*/ 0 h 930021"/>
              <a:gd name="connsiteX1" fmla="*/ 718399 w 1037129"/>
              <a:gd name="connsiteY1" fmla="*/ 0 h 930021"/>
              <a:gd name="connsiteX2" fmla="*/ 821365 w 1037129"/>
              <a:gd name="connsiteY2" fmla="*/ 59436 h 930021"/>
              <a:gd name="connsiteX3" fmla="*/ 1021199 w 1037129"/>
              <a:gd name="connsiteY3" fmla="*/ 405574 h 930021"/>
              <a:gd name="connsiteX4" fmla="*/ 1021199 w 1037129"/>
              <a:gd name="connsiteY4" fmla="*/ 524447 h 930021"/>
              <a:gd name="connsiteX5" fmla="*/ 821365 w 1037129"/>
              <a:gd name="connsiteY5" fmla="*/ 870585 h 930021"/>
              <a:gd name="connsiteX6" fmla="*/ 718399 w 1037129"/>
              <a:gd name="connsiteY6" fmla="*/ 930021 h 930021"/>
              <a:gd name="connsiteX7" fmla="*/ 318730 w 1037129"/>
              <a:gd name="connsiteY7" fmla="*/ 930021 h 930021"/>
              <a:gd name="connsiteX8" fmla="*/ 215765 w 1037129"/>
              <a:gd name="connsiteY8" fmla="*/ 870585 h 930021"/>
              <a:gd name="connsiteX9" fmla="*/ 15931 w 1037129"/>
              <a:gd name="connsiteY9" fmla="*/ 524447 h 930021"/>
              <a:gd name="connsiteX10" fmla="*/ 15931 w 1037129"/>
              <a:gd name="connsiteY10" fmla="*/ 405574 h 930021"/>
              <a:gd name="connsiteX11" fmla="*/ 215765 w 1037129"/>
              <a:gd name="connsiteY11" fmla="*/ 59436 h 930021"/>
              <a:gd name="connsiteX12" fmla="*/ 318730 w 1037129"/>
              <a:gd name="connsiteY12" fmla="*/ 0 h 93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37129" h="930021">
                <a:moveTo>
                  <a:pt x="318730" y="0"/>
                </a:moveTo>
                <a:lnTo>
                  <a:pt x="718399" y="0"/>
                </a:lnTo>
                <a:cubicBezTo>
                  <a:pt x="760881" y="0"/>
                  <a:pt x="800124" y="22670"/>
                  <a:pt x="821365" y="59436"/>
                </a:cubicBezTo>
                <a:lnTo>
                  <a:pt x="1021199" y="405574"/>
                </a:lnTo>
                <a:cubicBezTo>
                  <a:pt x="1042440" y="442341"/>
                  <a:pt x="1042440" y="487680"/>
                  <a:pt x="1021199" y="524447"/>
                </a:cubicBezTo>
                <a:lnTo>
                  <a:pt x="821365" y="870585"/>
                </a:lnTo>
                <a:cubicBezTo>
                  <a:pt x="800124" y="907352"/>
                  <a:pt x="760881" y="930021"/>
                  <a:pt x="718399" y="930021"/>
                </a:cubicBezTo>
                <a:lnTo>
                  <a:pt x="318730" y="930021"/>
                </a:lnTo>
                <a:cubicBezTo>
                  <a:pt x="276249" y="930021"/>
                  <a:pt x="237006" y="907352"/>
                  <a:pt x="215765" y="870585"/>
                </a:cubicBezTo>
                <a:lnTo>
                  <a:pt x="15931" y="524447"/>
                </a:lnTo>
                <a:cubicBezTo>
                  <a:pt x="-5310" y="487680"/>
                  <a:pt x="-5310" y="442341"/>
                  <a:pt x="15931" y="405574"/>
                </a:cubicBezTo>
                <a:lnTo>
                  <a:pt x="215765" y="59436"/>
                </a:lnTo>
                <a:cubicBezTo>
                  <a:pt x="237006" y="22670"/>
                  <a:pt x="276249" y="0"/>
                  <a:pt x="318730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9D64F28-01A2-9FC1-9194-F3E08137F540}"/>
              </a:ext>
            </a:extLst>
          </p:cNvPr>
          <p:cNvSpPr/>
          <p:nvPr/>
        </p:nvSpPr>
        <p:spPr>
          <a:xfrm rot="5400000" flipH="1">
            <a:off x="5123778" y="3306047"/>
            <a:ext cx="1294915" cy="1161185"/>
          </a:xfrm>
          <a:custGeom>
            <a:avLst/>
            <a:gdLst>
              <a:gd name="connsiteX0" fmla="*/ 318730 w 1037129"/>
              <a:gd name="connsiteY0" fmla="*/ 0 h 930021"/>
              <a:gd name="connsiteX1" fmla="*/ 718399 w 1037129"/>
              <a:gd name="connsiteY1" fmla="*/ 0 h 930021"/>
              <a:gd name="connsiteX2" fmla="*/ 821365 w 1037129"/>
              <a:gd name="connsiteY2" fmla="*/ 59436 h 930021"/>
              <a:gd name="connsiteX3" fmla="*/ 1021199 w 1037129"/>
              <a:gd name="connsiteY3" fmla="*/ 405574 h 930021"/>
              <a:gd name="connsiteX4" fmla="*/ 1021199 w 1037129"/>
              <a:gd name="connsiteY4" fmla="*/ 524447 h 930021"/>
              <a:gd name="connsiteX5" fmla="*/ 821365 w 1037129"/>
              <a:gd name="connsiteY5" fmla="*/ 870585 h 930021"/>
              <a:gd name="connsiteX6" fmla="*/ 718399 w 1037129"/>
              <a:gd name="connsiteY6" fmla="*/ 930021 h 930021"/>
              <a:gd name="connsiteX7" fmla="*/ 318730 w 1037129"/>
              <a:gd name="connsiteY7" fmla="*/ 930021 h 930021"/>
              <a:gd name="connsiteX8" fmla="*/ 215765 w 1037129"/>
              <a:gd name="connsiteY8" fmla="*/ 870585 h 930021"/>
              <a:gd name="connsiteX9" fmla="*/ 15931 w 1037129"/>
              <a:gd name="connsiteY9" fmla="*/ 524447 h 930021"/>
              <a:gd name="connsiteX10" fmla="*/ 15931 w 1037129"/>
              <a:gd name="connsiteY10" fmla="*/ 405574 h 930021"/>
              <a:gd name="connsiteX11" fmla="*/ 215765 w 1037129"/>
              <a:gd name="connsiteY11" fmla="*/ 59436 h 930021"/>
              <a:gd name="connsiteX12" fmla="*/ 318730 w 1037129"/>
              <a:gd name="connsiteY12" fmla="*/ 0 h 93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37129" h="930021">
                <a:moveTo>
                  <a:pt x="318730" y="0"/>
                </a:moveTo>
                <a:lnTo>
                  <a:pt x="718399" y="0"/>
                </a:lnTo>
                <a:cubicBezTo>
                  <a:pt x="760881" y="0"/>
                  <a:pt x="800124" y="22670"/>
                  <a:pt x="821365" y="59436"/>
                </a:cubicBezTo>
                <a:lnTo>
                  <a:pt x="1021199" y="405574"/>
                </a:lnTo>
                <a:cubicBezTo>
                  <a:pt x="1042440" y="442341"/>
                  <a:pt x="1042440" y="487680"/>
                  <a:pt x="1021199" y="524447"/>
                </a:cubicBezTo>
                <a:lnTo>
                  <a:pt x="821365" y="870585"/>
                </a:lnTo>
                <a:cubicBezTo>
                  <a:pt x="800124" y="907352"/>
                  <a:pt x="760881" y="930021"/>
                  <a:pt x="718399" y="930021"/>
                </a:cubicBezTo>
                <a:lnTo>
                  <a:pt x="318730" y="930021"/>
                </a:lnTo>
                <a:cubicBezTo>
                  <a:pt x="276249" y="930021"/>
                  <a:pt x="237006" y="907352"/>
                  <a:pt x="215765" y="870585"/>
                </a:cubicBezTo>
                <a:lnTo>
                  <a:pt x="15931" y="524447"/>
                </a:lnTo>
                <a:cubicBezTo>
                  <a:pt x="-5310" y="487680"/>
                  <a:pt x="-5310" y="442341"/>
                  <a:pt x="15931" y="405574"/>
                </a:cubicBezTo>
                <a:lnTo>
                  <a:pt x="215765" y="59436"/>
                </a:lnTo>
                <a:cubicBezTo>
                  <a:pt x="237006" y="22670"/>
                  <a:pt x="276249" y="0"/>
                  <a:pt x="318730" y="0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BF8D8301-4905-8A13-DFE3-5D35B64D32F1}"/>
              </a:ext>
            </a:extLst>
          </p:cNvPr>
          <p:cNvSpPr/>
          <p:nvPr/>
        </p:nvSpPr>
        <p:spPr>
          <a:xfrm rot="5400000" flipH="1">
            <a:off x="4285354" y="4745242"/>
            <a:ext cx="1294915" cy="1161185"/>
          </a:xfrm>
          <a:custGeom>
            <a:avLst/>
            <a:gdLst>
              <a:gd name="connsiteX0" fmla="*/ 318730 w 1037129"/>
              <a:gd name="connsiteY0" fmla="*/ 0 h 930021"/>
              <a:gd name="connsiteX1" fmla="*/ 718399 w 1037129"/>
              <a:gd name="connsiteY1" fmla="*/ 0 h 930021"/>
              <a:gd name="connsiteX2" fmla="*/ 821365 w 1037129"/>
              <a:gd name="connsiteY2" fmla="*/ 59436 h 930021"/>
              <a:gd name="connsiteX3" fmla="*/ 1021199 w 1037129"/>
              <a:gd name="connsiteY3" fmla="*/ 405574 h 930021"/>
              <a:gd name="connsiteX4" fmla="*/ 1021199 w 1037129"/>
              <a:gd name="connsiteY4" fmla="*/ 524447 h 930021"/>
              <a:gd name="connsiteX5" fmla="*/ 821365 w 1037129"/>
              <a:gd name="connsiteY5" fmla="*/ 870585 h 930021"/>
              <a:gd name="connsiteX6" fmla="*/ 718399 w 1037129"/>
              <a:gd name="connsiteY6" fmla="*/ 930021 h 930021"/>
              <a:gd name="connsiteX7" fmla="*/ 318730 w 1037129"/>
              <a:gd name="connsiteY7" fmla="*/ 930021 h 930021"/>
              <a:gd name="connsiteX8" fmla="*/ 215765 w 1037129"/>
              <a:gd name="connsiteY8" fmla="*/ 870585 h 930021"/>
              <a:gd name="connsiteX9" fmla="*/ 15931 w 1037129"/>
              <a:gd name="connsiteY9" fmla="*/ 524447 h 930021"/>
              <a:gd name="connsiteX10" fmla="*/ 15931 w 1037129"/>
              <a:gd name="connsiteY10" fmla="*/ 405574 h 930021"/>
              <a:gd name="connsiteX11" fmla="*/ 215765 w 1037129"/>
              <a:gd name="connsiteY11" fmla="*/ 59436 h 930021"/>
              <a:gd name="connsiteX12" fmla="*/ 318730 w 1037129"/>
              <a:gd name="connsiteY12" fmla="*/ 0 h 93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37129" h="930021">
                <a:moveTo>
                  <a:pt x="318730" y="0"/>
                </a:moveTo>
                <a:lnTo>
                  <a:pt x="718399" y="0"/>
                </a:lnTo>
                <a:cubicBezTo>
                  <a:pt x="760881" y="0"/>
                  <a:pt x="800124" y="22670"/>
                  <a:pt x="821365" y="59436"/>
                </a:cubicBezTo>
                <a:lnTo>
                  <a:pt x="1021199" y="405574"/>
                </a:lnTo>
                <a:cubicBezTo>
                  <a:pt x="1042440" y="442341"/>
                  <a:pt x="1042440" y="487680"/>
                  <a:pt x="1021199" y="524447"/>
                </a:cubicBezTo>
                <a:lnTo>
                  <a:pt x="821365" y="870585"/>
                </a:lnTo>
                <a:cubicBezTo>
                  <a:pt x="800124" y="907352"/>
                  <a:pt x="760881" y="930021"/>
                  <a:pt x="718399" y="930021"/>
                </a:cubicBezTo>
                <a:lnTo>
                  <a:pt x="318730" y="930021"/>
                </a:lnTo>
                <a:cubicBezTo>
                  <a:pt x="276249" y="930021"/>
                  <a:pt x="237006" y="907352"/>
                  <a:pt x="215765" y="870585"/>
                </a:cubicBezTo>
                <a:lnTo>
                  <a:pt x="15931" y="524447"/>
                </a:lnTo>
                <a:cubicBezTo>
                  <a:pt x="-5310" y="487680"/>
                  <a:pt x="-5310" y="442341"/>
                  <a:pt x="15931" y="405574"/>
                </a:cubicBezTo>
                <a:lnTo>
                  <a:pt x="215765" y="59436"/>
                </a:lnTo>
                <a:cubicBezTo>
                  <a:pt x="237006" y="22670"/>
                  <a:pt x="276249" y="0"/>
                  <a:pt x="318730" y="0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92AE165C-6707-2417-BA34-C28A37A3A234}"/>
              </a:ext>
            </a:extLst>
          </p:cNvPr>
          <p:cNvSpPr/>
          <p:nvPr/>
        </p:nvSpPr>
        <p:spPr>
          <a:xfrm>
            <a:off x="8537419" y="3509628"/>
            <a:ext cx="3381039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E01159-B95C-FF93-CF61-16B836410DB3}"/>
              </a:ext>
            </a:extLst>
          </p:cNvPr>
          <p:cNvSpPr txBox="1"/>
          <p:nvPr/>
        </p:nvSpPr>
        <p:spPr>
          <a:xfrm>
            <a:off x="9202651" y="3728417"/>
            <a:ext cx="2715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Covers main system functions</a:t>
            </a: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7E1C930-C3F0-FDCA-B6D0-D3A9140C7B1E}"/>
              </a:ext>
            </a:extLst>
          </p:cNvPr>
          <p:cNvSpPr/>
          <p:nvPr/>
        </p:nvSpPr>
        <p:spPr>
          <a:xfrm>
            <a:off x="8659834" y="3629454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AAE330C4-F473-8292-D7FE-FAEF76213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05823" y="3775443"/>
            <a:ext cx="213724" cy="213724"/>
          </a:xfrm>
          <a:prstGeom prst="rect">
            <a:avLst/>
          </a:prstGeom>
        </p:spPr>
      </p:pic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CCE5B3D9-B779-6995-3132-509431AA45EB}"/>
              </a:ext>
            </a:extLst>
          </p:cNvPr>
          <p:cNvSpPr/>
          <p:nvPr/>
        </p:nvSpPr>
        <p:spPr>
          <a:xfrm flipH="1">
            <a:off x="1567940" y="2764273"/>
            <a:ext cx="3405444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99BEEBE-F106-BC0F-074A-4EA6C402A912}"/>
              </a:ext>
            </a:extLst>
          </p:cNvPr>
          <p:cNvSpPr txBox="1"/>
          <p:nvPr/>
        </p:nvSpPr>
        <p:spPr>
          <a:xfrm flipH="1">
            <a:off x="1567940" y="2983062"/>
            <a:ext cx="257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Computer Science Graduate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C60A007F-3821-33EA-C048-F9DD31A4BE9D}"/>
              </a:ext>
            </a:extLst>
          </p:cNvPr>
          <p:cNvSpPr/>
          <p:nvPr/>
        </p:nvSpPr>
        <p:spPr>
          <a:xfrm flipH="1">
            <a:off x="4345268" y="2884099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97" name="Graphic 96">
            <a:extLst>
              <a:ext uri="{FF2B5EF4-FFF2-40B4-BE49-F238E27FC236}">
                <a16:creationId xmlns:a16="http://schemas.microsoft.com/office/drawing/2014/main" id="{8D5291AB-F465-55FB-3A85-F67B920A5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491257" y="3030088"/>
            <a:ext cx="213724" cy="213724"/>
          </a:xfrm>
          <a:prstGeom prst="rect">
            <a:avLst/>
          </a:prstGeom>
        </p:spPr>
      </p:pic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8712F230-BE5B-56B0-7A0F-E03FA2EA637F}"/>
              </a:ext>
            </a:extLst>
          </p:cNvPr>
          <p:cNvSpPr/>
          <p:nvPr/>
        </p:nvSpPr>
        <p:spPr>
          <a:xfrm flipH="1">
            <a:off x="399744" y="4077397"/>
            <a:ext cx="3830239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DB9D9F5-3CEE-4B45-6A03-A0B849233C5C}"/>
              </a:ext>
            </a:extLst>
          </p:cNvPr>
          <p:cNvSpPr txBox="1"/>
          <p:nvPr/>
        </p:nvSpPr>
        <p:spPr>
          <a:xfrm flipH="1">
            <a:off x="399744" y="4207406"/>
            <a:ext cx="2996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QA Trainee</a:t>
            </a:r>
          </a:p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with hands-on testing experience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339FC2A6-AFBE-5F12-6902-B0918DB320B5}"/>
              </a:ext>
            </a:extLst>
          </p:cNvPr>
          <p:cNvSpPr/>
          <p:nvPr/>
        </p:nvSpPr>
        <p:spPr>
          <a:xfrm flipH="1">
            <a:off x="3601867" y="4197223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20E4C908-F630-2A37-162F-293DB146C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7856" y="4343212"/>
            <a:ext cx="213724" cy="213724"/>
          </a:xfrm>
          <a:prstGeom prst="rect">
            <a:avLst/>
          </a:prstGeom>
        </p:spPr>
      </p:pic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69A8B62-282F-7E8D-0694-C70FFC85FF29}"/>
              </a:ext>
            </a:extLst>
          </p:cNvPr>
          <p:cNvSpPr/>
          <p:nvPr/>
        </p:nvSpPr>
        <p:spPr>
          <a:xfrm>
            <a:off x="9185354" y="4952619"/>
            <a:ext cx="2926927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A632B08-7F04-5672-4717-9C2E4B427A4F}"/>
              </a:ext>
            </a:extLst>
          </p:cNvPr>
          <p:cNvSpPr txBox="1"/>
          <p:nvPr/>
        </p:nvSpPr>
        <p:spPr>
          <a:xfrm>
            <a:off x="9806195" y="5171408"/>
            <a:ext cx="2303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 for test case design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3ED446B4-7A8C-9FA7-04AD-3E9D0CA8211C}"/>
              </a:ext>
            </a:extLst>
          </p:cNvPr>
          <p:cNvSpPr/>
          <p:nvPr/>
        </p:nvSpPr>
        <p:spPr>
          <a:xfrm flipH="1">
            <a:off x="9307769" y="5072445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2A48AC87-1AFB-EB62-5D6F-889DC8701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3758" y="5218434"/>
            <a:ext cx="213724" cy="213724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09CBF33E-94EE-073E-37A2-892750695D6D}"/>
              </a:ext>
            </a:extLst>
          </p:cNvPr>
          <p:cNvSpPr txBox="1"/>
          <p:nvPr/>
        </p:nvSpPr>
        <p:spPr>
          <a:xfrm flipH="1">
            <a:off x="423356" y="1779673"/>
            <a:ext cx="338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  Educational Background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723278-0558-79E1-7A03-D64CC364D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3885" y="2149005"/>
            <a:ext cx="640080" cy="6400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3BED65D-FA73-5400-8A69-E91375370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449002" y="3535740"/>
            <a:ext cx="640080" cy="64008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2C26CCA-E13D-FCDA-C06B-83F8EB918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7982" y="5005256"/>
            <a:ext cx="640080" cy="6400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3C7F4B0-DAB3-F2B6-5B73-BA87B6C99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140851" y="3531616"/>
            <a:ext cx="640080" cy="64008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A747352-67FB-A0BA-CA6F-B5018CD0A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9443" y="5005256"/>
            <a:ext cx="640080" cy="640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07BC21-AEB8-D068-529C-82C93B504A9D}"/>
              </a:ext>
            </a:extLst>
          </p:cNvPr>
          <p:cNvSpPr txBox="1"/>
          <p:nvPr/>
        </p:nvSpPr>
        <p:spPr>
          <a:xfrm flipH="1">
            <a:off x="7592473" y="1780964"/>
            <a:ext cx="338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     Use Case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DF8355-1335-9697-B6D3-817E326C50B8}"/>
              </a:ext>
            </a:extLst>
          </p:cNvPr>
          <p:cNvSpPr/>
          <p:nvPr/>
        </p:nvSpPr>
        <p:spPr>
          <a:xfrm>
            <a:off x="7727430" y="2293073"/>
            <a:ext cx="3796994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7CF5B-DE48-AF37-5A15-19E7DED55758}"/>
              </a:ext>
            </a:extLst>
          </p:cNvPr>
          <p:cNvSpPr txBox="1"/>
          <p:nvPr/>
        </p:nvSpPr>
        <p:spPr>
          <a:xfrm>
            <a:off x="8410412" y="2511862"/>
            <a:ext cx="2953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Defines user-system interactions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B7BE042-6CA5-DEF9-03B6-69F69C63B1E3}"/>
              </a:ext>
            </a:extLst>
          </p:cNvPr>
          <p:cNvSpPr/>
          <p:nvPr/>
        </p:nvSpPr>
        <p:spPr>
          <a:xfrm>
            <a:off x="7849844" y="2412899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rgbClr val="0BD0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406D39D-F03F-EB97-19D0-DB375A0E2A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95833" y="2558888"/>
            <a:ext cx="213724" cy="21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67348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27C9-DC44-FE73-D14B-E6B22C00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79BB3-699C-1ABF-492A-95E34B30F1B0}"/>
              </a:ext>
            </a:extLst>
          </p:cNvPr>
          <p:cNvSpPr txBox="1"/>
          <p:nvPr/>
        </p:nvSpPr>
        <p:spPr>
          <a:xfrm>
            <a:off x="2485075" y="300487"/>
            <a:ext cx="722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Problem Statement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336D2E0-FBEF-E3CD-3E8A-5BAC382F9E65}"/>
              </a:ext>
            </a:extLst>
          </p:cNvPr>
          <p:cNvSpPr/>
          <p:nvPr/>
        </p:nvSpPr>
        <p:spPr>
          <a:xfrm flipH="1">
            <a:off x="6077787" y="1567286"/>
            <a:ext cx="1223594" cy="1059776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3EA6D5D-6321-E83B-6500-810DF0AB2464}"/>
              </a:ext>
            </a:extLst>
          </p:cNvPr>
          <p:cNvSpPr/>
          <p:nvPr/>
        </p:nvSpPr>
        <p:spPr>
          <a:xfrm flipH="1">
            <a:off x="6208793" y="1683604"/>
            <a:ext cx="954998" cy="827140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19F90B5-F1FD-D959-398E-9364887CD9BB}"/>
              </a:ext>
            </a:extLst>
          </p:cNvPr>
          <p:cNvSpPr/>
          <p:nvPr/>
        </p:nvSpPr>
        <p:spPr>
          <a:xfrm flipH="1">
            <a:off x="5940197" y="1852015"/>
            <a:ext cx="460064" cy="460064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05038D-CC25-C24B-7A02-7BB9E0B33A07}"/>
              </a:ext>
            </a:extLst>
          </p:cNvPr>
          <p:cNvSpPr txBox="1"/>
          <p:nvPr/>
        </p:nvSpPr>
        <p:spPr>
          <a:xfrm flipH="1">
            <a:off x="5994539" y="1928159"/>
            <a:ext cx="3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1"/>
                </a:solidFill>
              </a:rPr>
              <a:t>01</a:t>
            </a:r>
            <a:endParaRPr lang="en-ID" sz="1400" dirty="0">
              <a:solidFill>
                <a:schemeClr val="accent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D2072E6-027C-EAE6-F818-3F7DD350A4BF}"/>
              </a:ext>
            </a:extLst>
          </p:cNvPr>
          <p:cNvCxnSpPr>
            <a:cxnSpLocks/>
          </p:cNvCxnSpPr>
          <p:nvPr/>
        </p:nvCxnSpPr>
        <p:spPr>
          <a:xfrm flipH="1">
            <a:off x="5575057" y="2082047"/>
            <a:ext cx="25336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Arc 63">
            <a:extLst>
              <a:ext uri="{FF2B5EF4-FFF2-40B4-BE49-F238E27FC236}">
                <a16:creationId xmlns:a16="http://schemas.microsoft.com/office/drawing/2014/main" id="{19A3E9C1-7B50-9A83-82A3-840A5AF0E076}"/>
              </a:ext>
            </a:extLst>
          </p:cNvPr>
          <p:cNvSpPr/>
          <p:nvPr/>
        </p:nvSpPr>
        <p:spPr>
          <a:xfrm flipH="1">
            <a:off x="5379063" y="2082047"/>
            <a:ext cx="391988" cy="391988"/>
          </a:xfrm>
          <a:prstGeom prst="arc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D52A6B6-52A9-29C1-B5ED-964D375AE3D4}"/>
              </a:ext>
            </a:extLst>
          </p:cNvPr>
          <p:cNvCxnSpPr>
            <a:cxnSpLocks/>
          </p:cNvCxnSpPr>
          <p:nvPr/>
        </p:nvCxnSpPr>
        <p:spPr>
          <a:xfrm flipH="1">
            <a:off x="5379063" y="2278041"/>
            <a:ext cx="0" cy="31876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FB13A045-CD67-9DE7-468B-8FFCF75ADD5B}"/>
              </a:ext>
            </a:extLst>
          </p:cNvPr>
          <p:cNvSpPr/>
          <p:nvPr/>
        </p:nvSpPr>
        <p:spPr>
          <a:xfrm flipH="1">
            <a:off x="4781827" y="2703206"/>
            <a:ext cx="1223594" cy="1059776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845C467-B59D-D7A3-0C5C-5D34EC019817}"/>
              </a:ext>
            </a:extLst>
          </p:cNvPr>
          <p:cNvSpPr/>
          <p:nvPr/>
        </p:nvSpPr>
        <p:spPr>
          <a:xfrm flipH="1">
            <a:off x="4912833" y="2819524"/>
            <a:ext cx="954998" cy="827140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82FDB0B-D2D3-1FEF-3601-D9B225E1129D}"/>
              </a:ext>
            </a:extLst>
          </p:cNvPr>
          <p:cNvSpPr/>
          <p:nvPr/>
        </p:nvSpPr>
        <p:spPr>
          <a:xfrm flipH="1">
            <a:off x="5689453" y="2992602"/>
            <a:ext cx="460064" cy="460064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6ED4B1-E22C-56CA-E948-88AF2C64DAEB}"/>
              </a:ext>
            </a:extLst>
          </p:cNvPr>
          <p:cNvSpPr txBox="1"/>
          <p:nvPr/>
        </p:nvSpPr>
        <p:spPr>
          <a:xfrm flipH="1">
            <a:off x="5724559" y="306874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2"/>
                </a:solidFill>
              </a:rPr>
              <a:t>02</a:t>
            </a:r>
            <a:endParaRPr lang="en-ID" sz="1400" dirty="0">
              <a:solidFill>
                <a:schemeClr val="accent2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229A15B-F6D2-703D-BBC9-7C116FFF1C4A}"/>
              </a:ext>
            </a:extLst>
          </p:cNvPr>
          <p:cNvCxnSpPr>
            <a:cxnSpLocks/>
          </p:cNvCxnSpPr>
          <p:nvPr/>
        </p:nvCxnSpPr>
        <p:spPr>
          <a:xfrm>
            <a:off x="6221777" y="3222634"/>
            <a:ext cx="25336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Arc 79">
            <a:extLst>
              <a:ext uri="{FF2B5EF4-FFF2-40B4-BE49-F238E27FC236}">
                <a16:creationId xmlns:a16="http://schemas.microsoft.com/office/drawing/2014/main" id="{52C3D258-A46C-ADB8-0E68-A2F50DAEDAC6}"/>
              </a:ext>
            </a:extLst>
          </p:cNvPr>
          <p:cNvSpPr/>
          <p:nvPr/>
        </p:nvSpPr>
        <p:spPr>
          <a:xfrm>
            <a:off x="6279150" y="3222634"/>
            <a:ext cx="391988" cy="391988"/>
          </a:xfrm>
          <a:prstGeom prst="arc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9EA077B-7CB2-9632-668A-74700408AC97}"/>
              </a:ext>
            </a:extLst>
          </p:cNvPr>
          <p:cNvCxnSpPr>
            <a:cxnSpLocks/>
          </p:cNvCxnSpPr>
          <p:nvPr/>
        </p:nvCxnSpPr>
        <p:spPr>
          <a:xfrm>
            <a:off x="6671138" y="3418628"/>
            <a:ext cx="0" cy="31876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AD5CDD17-1D69-4F26-D8A1-27414ED531F3}"/>
              </a:ext>
            </a:extLst>
          </p:cNvPr>
          <p:cNvSpPr/>
          <p:nvPr/>
        </p:nvSpPr>
        <p:spPr>
          <a:xfrm flipH="1">
            <a:off x="6075411" y="3839247"/>
            <a:ext cx="1223594" cy="1059776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B7BE48-ED86-CA40-4444-A00FC1A284D2}"/>
              </a:ext>
            </a:extLst>
          </p:cNvPr>
          <p:cNvSpPr/>
          <p:nvPr/>
        </p:nvSpPr>
        <p:spPr>
          <a:xfrm flipH="1">
            <a:off x="6206417" y="3955565"/>
            <a:ext cx="954998" cy="827140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1578CA9-6252-B6B2-4E2C-8B630DFF957F}"/>
              </a:ext>
            </a:extLst>
          </p:cNvPr>
          <p:cNvSpPr/>
          <p:nvPr/>
        </p:nvSpPr>
        <p:spPr>
          <a:xfrm flipH="1">
            <a:off x="5937821" y="4139103"/>
            <a:ext cx="460064" cy="460064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08A6EB-8EC2-B81A-441F-EB989FE7887E}"/>
              </a:ext>
            </a:extLst>
          </p:cNvPr>
          <p:cNvSpPr txBox="1"/>
          <p:nvPr/>
        </p:nvSpPr>
        <p:spPr>
          <a:xfrm flipH="1">
            <a:off x="5972125" y="4215247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3"/>
                </a:solidFill>
              </a:rPr>
              <a:t>03</a:t>
            </a:r>
            <a:endParaRPr lang="en-ID" sz="1400" dirty="0">
              <a:solidFill>
                <a:schemeClr val="accent3"/>
              </a:solidFill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F601DF1-552D-8185-5598-5890113AA680}"/>
              </a:ext>
            </a:extLst>
          </p:cNvPr>
          <p:cNvCxnSpPr>
            <a:cxnSpLocks/>
          </p:cNvCxnSpPr>
          <p:nvPr/>
        </p:nvCxnSpPr>
        <p:spPr>
          <a:xfrm flipH="1">
            <a:off x="5575057" y="4369135"/>
            <a:ext cx="253367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99D11A9A-8BD5-0056-128A-4B9C2A17C82D}"/>
              </a:ext>
            </a:extLst>
          </p:cNvPr>
          <p:cNvSpPr/>
          <p:nvPr/>
        </p:nvSpPr>
        <p:spPr>
          <a:xfrm flipH="1">
            <a:off x="5379063" y="4369135"/>
            <a:ext cx="391988" cy="391988"/>
          </a:xfrm>
          <a:prstGeom prst="arc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DA4CCD1-A667-A9F7-07FD-297D301D521B}"/>
              </a:ext>
            </a:extLst>
          </p:cNvPr>
          <p:cNvCxnSpPr>
            <a:cxnSpLocks/>
          </p:cNvCxnSpPr>
          <p:nvPr/>
        </p:nvCxnSpPr>
        <p:spPr>
          <a:xfrm flipH="1">
            <a:off x="5379063" y="4565129"/>
            <a:ext cx="0" cy="31876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15D5BDCD-0466-6849-EFD5-53500205353C}"/>
              </a:ext>
            </a:extLst>
          </p:cNvPr>
          <p:cNvSpPr/>
          <p:nvPr/>
        </p:nvSpPr>
        <p:spPr>
          <a:xfrm flipH="1">
            <a:off x="4781827" y="4899023"/>
            <a:ext cx="1223594" cy="1059776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E7476412-817D-78FC-7465-208EBEB82E60}"/>
              </a:ext>
            </a:extLst>
          </p:cNvPr>
          <p:cNvSpPr/>
          <p:nvPr/>
        </p:nvSpPr>
        <p:spPr>
          <a:xfrm flipH="1">
            <a:off x="4912833" y="5015341"/>
            <a:ext cx="954998" cy="827140"/>
          </a:xfrm>
          <a:custGeom>
            <a:avLst/>
            <a:gdLst>
              <a:gd name="connsiteX0" fmla="*/ 600265 w 800385"/>
              <a:gd name="connsiteY0" fmla="*/ 0 h 693229"/>
              <a:gd name="connsiteX1" fmla="*/ 200120 w 800385"/>
              <a:gd name="connsiteY1" fmla="*/ 0 h 693229"/>
              <a:gd name="connsiteX2" fmla="*/ 0 w 800385"/>
              <a:gd name="connsiteY2" fmla="*/ 346615 h 693229"/>
              <a:gd name="connsiteX3" fmla="*/ 200120 w 800385"/>
              <a:gd name="connsiteY3" fmla="*/ 693230 h 693229"/>
              <a:gd name="connsiteX4" fmla="*/ 600265 w 800385"/>
              <a:gd name="connsiteY4" fmla="*/ 693230 h 693229"/>
              <a:gd name="connsiteX5" fmla="*/ 800386 w 800385"/>
              <a:gd name="connsiteY5" fmla="*/ 346615 h 693229"/>
              <a:gd name="connsiteX6" fmla="*/ 600265 w 800385"/>
              <a:gd name="connsiteY6" fmla="*/ 0 h 693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0385" h="693229">
                <a:moveTo>
                  <a:pt x="600265" y="0"/>
                </a:moveTo>
                <a:lnTo>
                  <a:pt x="200120" y="0"/>
                </a:lnTo>
                <a:lnTo>
                  <a:pt x="0" y="346615"/>
                </a:lnTo>
                <a:lnTo>
                  <a:pt x="200120" y="693230"/>
                </a:lnTo>
                <a:lnTo>
                  <a:pt x="600265" y="693230"/>
                </a:lnTo>
                <a:lnTo>
                  <a:pt x="800386" y="346615"/>
                </a:lnTo>
                <a:lnTo>
                  <a:pt x="600265" y="0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24E2DCA9-9DE4-0B94-C41F-9F2B534C1C80}"/>
              </a:ext>
            </a:extLst>
          </p:cNvPr>
          <p:cNvSpPr/>
          <p:nvPr/>
        </p:nvSpPr>
        <p:spPr>
          <a:xfrm flipH="1">
            <a:off x="5689453" y="5188419"/>
            <a:ext cx="460064" cy="460064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A76A5D-6DD5-18F1-B3BB-5BE17F1B2604}"/>
              </a:ext>
            </a:extLst>
          </p:cNvPr>
          <p:cNvSpPr txBox="1"/>
          <p:nvPr/>
        </p:nvSpPr>
        <p:spPr>
          <a:xfrm flipH="1">
            <a:off x="5721353" y="5264563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4"/>
                </a:solidFill>
              </a:rPr>
              <a:t>04</a:t>
            </a:r>
            <a:endParaRPr lang="en-ID" sz="1400" dirty="0">
              <a:solidFill>
                <a:schemeClr val="accent4"/>
              </a:solidFill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E3B6140-1F4C-3B2B-D8D2-2F052C7E80BD}"/>
              </a:ext>
            </a:extLst>
          </p:cNvPr>
          <p:cNvSpPr/>
          <p:nvPr/>
        </p:nvSpPr>
        <p:spPr>
          <a:xfrm flipH="1">
            <a:off x="1726740" y="2835182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5AD29BC-6CD2-7AC8-AA99-49EB176F8E60}"/>
              </a:ext>
            </a:extLst>
          </p:cNvPr>
          <p:cNvSpPr txBox="1"/>
          <p:nvPr/>
        </p:nvSpPr>
        <p:spPr>
          <a:xfrm flipH="1">
            <a:off x="2256816" y="3053971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Manual testing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0FF7FAE4-59ED-EB2D-390C-C14B9008AB33}"/>
              </a:ext>
            </a:extLst>
          </p:cNvPr>
          <p:cNvSpPr/>
          <p:nvPr/>
        </p:nvSpPr>
        <p:spPr>
          <a:xfrm flipH="1">
            <a:off x="3879982" y="2955008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23" name="Graphic 122">
            <a:extLst>
              <a:ext uri="{FF2B5EF4-FFF2-40B4-BE49-F238E27FC236}">
                <a16:creationId xmlns:a16="http://schemas.microsoft.com/office/drawing/2014/main" id="{1F31EFDC-DD52-EF7E-A87B-ED10D882E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025971" y="3100997"/>
            <a:ext cx="213724" cy="213724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82AD6A94-DA7C-4FE7-8393-56D3C02C0A57}"/>
              </a:ext>
            </a:extLst>
          </p:cNvPr>
          <p:cNvSpPr txBox="1"/>
          <p:nvPr/>
        </p:nvSpPr>
        <p:spPr>
          <a:xfrm flipH="1">
            <a:off x="773644" y="1792347"/>
            <a:ext cx="3845623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E-commerce systems are complex with multiple layers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9944A69-59C6-4027-D72D-032881365E0F}"/>
              </a:ext>
            </a:extLst>
          </p:cNvPr>
          <p:cNvSpPr/>
          <p:nvPr/>
        </p:nvSpPr>
        <p:spPr>
          <a:xfrm>
            <a:off x="7696998" y="1709369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806AD60-DFC4-7375-CE4F-40D78626175D}"/>
              </a:ext>
            </a:extLst>
          </p:cNvPr>
          <p:cNvSpPr txBox="1"/>
          <p:nvPr/>
        </p:nvSpPr>
        <p:spPr>
          <a:xfrm>
            <a:off x="8401514" y="1928158"/>
            <a:ext cx="2002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E-commerce systems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65B42A23-F135-B71B-CEDC-B9D5775EACA2}"/>
              </a:ext>
            </a:extLst>
          </p:cNvPr>
          <p:cNvSpPr/>
          <p:nvPr/>
        </p:nvSpPr>
        <p:spPr>
          <a:xfrm>
            <a:off x="7819412" y="1829195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39994228-6B4F-84A0-7986-39CF41617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5401" y="1975184"/>
            <a:ext cx="213724" cy="213724"/>
          </a:xfrm>
          <a:prstGeom prst="rect">
            <a:avLst/>
          </a:prstGeom>
        </p:spPr>
      </p:pic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A0C25CF-12A9-D74F-6206-1603425E475C}"/>
              </a:ext>
            </a:extLst>
          </p:cNvPr>
          <p:cNvSpPr/>
          <p:nvPr/>
        </p:nvSpPr>
        <p:spPr>
          <a:xfrm flipH="1">
            <a:off x="1726740" y="5056233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9E5C49B-1750-243A-A3C2-7EDF2A840DB1}"/>
              </a:ext>
            </a:extLst>
          </p:cNvPr>
          <p:cNvSpPr txBox="1"/>
          <p:nvPr/>
        </p:nvSpPr>
        <p:spPr>
          <a:xfrm flipH="1">
            <a:off x="2003542" y="5275022"/>
            <a:ext cx="1670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Critical user flows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319A8C89-4D4F-1E1C-EA1A-C2751337288E}"/>
              </a:ext>
            </a:extLst>
          </p:cNvPr>
          <p:cNvSpPr/>
          <p:nvPr/>
        </p:nvSpPr>
        <p:spPr>
          <a:xfrm flipH="1">
            <a:off x="3879982" y="5176059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35" name="Graphic 134">
            <a:extLst>
              <a:ext uri="{FF2B5EF4-FFF2-40B4-BE49-F238E27FC236}">
                <a16:creationId xmlns:a16="http://schemas.microsoft.com/office/drawing/2014/main" id="{60956D55-C4FC-A143-891A-B989E10E1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025971" y="5322048"/>
            <a:ext cx="213724" cy="213724"/>
          </a:xfrm>
          <a:prstGeom prst="rect">
            <a:avLst/>
          </a:prstGeom>
        </p:spPr>
      </p:pic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E4DAD123-12FD-63AE-02C7-42F641968489}"/>
              </a:ext>
            </a:extLst>
          </p:cNvPr>
          <p:cNvSpPr/>
          <p:nvPr/>
        </p:nvSpPr>
        <p:spPr>
          <a:xfrm>
            <a:off x="7696998" y="3996457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DFA6CA8-471F-63C0-FD29-4C5F6BC5B819}"/>
              </a:ext>
            </a:extLst>
          </p:cNvPr>
          <p:cNvSpPr txBox="1"/>
          <p:nvPr/>
        </p:nvSpPr>
        <p:spPr>
          <a:xfrm>
            <a:off x="8401514" y="4215247"/>
            <a:ext cx="1988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UI, API, performance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7CAD54ED-2C92-5589-03B2-637E53344F05}"/>
              </a:ext>
            </a:extLst>
          </p:cNvPr>
          <p:cNvSpPr/>
          <p:nvPr/>
        </p:nvSpPr>
        <p:spPr>
          <a:xfrm>
            <a:off x="7819412" y="4116283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40" name="Graphic 139">
            <a:extLst>
              <a:ext uri="{FF2B5EF4-FFF2-40B4-BE49-F238E27FC236}">
                <a16:creationId xmlns:a16="http://schemas.microsoft.com/office/drawing/2014/main" id="{209FF466-D518-8E37-BBB3-FDC2EF4D6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5401" y="4262272"/>
            <a:ext cx="213724" cy="213724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CAFFB8B-4948-80E9-A23D-87E1050E3868}"/>
              </a:ext>
            </a:extLst>
          </p:cNvPr>
          <p:cNvSpPr txBox="1"/>
          <p:nvPr/>
        </p:nvSpPr>
        <p:spPr>
          <a:xfrm flipH="1">
            <a:off x="773644" y="4064308"/>
            <a:ext cx="3845623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UI, API, and performance require validation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B1D4295-C4A4-E775-FA93-09707C894FED}"/>
              </a:ext>
            </a:extLst>
          </p:cNvPr>
          <p:cNvSpPr txBox="1"/>
          <p:nvPr/>
        </p:nvSpPr>
        <p:spPr>
          <a:xfrm flipH="1">
            <a:off x="7572734" y="2926325"/>
            <a:ext cx="384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Manual testing alone is insufficient for quality assurance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077DD85-7B09-D04B-58D7-CF64CFFA99C9}"/>
              </a:ext>
            </a:extLst>
          </p:cNvPr>
          <p:cNvSpPr txBox="1"/>
          <p:nvPr/>
        </p:nvSpPr>
        <p:spPr>
          <a:xfrm flipH="1">
            <a:off x="7572734" y="5113624"/>
            <a:ext cx="3845623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Critical user flows must work without failure</a:t>
            </a:r>
          </a:p>
        </p:txBody>
      </p:sp>
      <p:pic>
        <p:nvPicPr>
          <p:cNvPr id="146" name="Graphic 145">
            <a:extLst>
              <a:ext uri="{FF2B5EF4-FFF2-40B4-BE49-F238E27FC236}">
                <a16:creationId xmlns:a16="http://schemas.microsoft.com/office/drawing/2014/main" id="{45B1A46B-FA2E-F8F6-912B-D7A9BD5BF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594" y="1927860"/>
            <a:ext cx="308372" cy="308372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DC236235-C802-28D1-62C5-438FAC168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594" y="4214949"/>
            <a:ext cx="308372" cy="308372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09906479-DECE-7609-EAB7-F52EFA99F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224877" y="5274725"/>
            <a:ext cx="308372" cy="308372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2F9D0C78-26E1-B6CD-E068-74E4874E5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165030" y="303508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34354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A435-8B0F-1367-20CA-AC1D310C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58">
            <a:extLst>
              <a:ext uri="{FF2B5EF4-FFF2-40B4-BE49-F238E27FC236}">
                <a16:creationId xmlns:a16="http://schemas.microsoft.com/office/drawing/2014/main" id="{12514011-80C5-2107-A4B7-F5FCF2EFECCA}"/>
              </a:ext>
            </a:extLst>
          </p:cNvPr>
          <p:cNvSpPr txBox="1"/>
          <p:nvPr/>
        </p:nvSpPr>
        <p:spPr>
          <a:xfrm>
            <a:off x="838201" y="300487"/>
            <a:ext cx="1051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My Solution: Multi-Layered Testing Strategy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C43CE81-DC91-B58A-9BBA-F92FDC7919A6}"/>
              </a:ext>
            </a:extLst>
          </p:cNvPr>
          <p:cNvSpPr/>
          <p:nvPr/>
        </p:nvSpPr>
        <p:spPr>
          <a:xfrm flipH="1">
            <a:off x="5597820" y="2454504"/>
            <a:ext cx="1013745" cy="2434237"/>
          </a:xfrm>
          <a:custGeom>
            <a:avLst/>
            <a:gdLst>
              <a:gd name="connsiteX0" fmla="*/ 1013736 w 1013745"/>
              <a:gd name="connsiteY0" fmla="*/ 2434238 h 2434237"/>
              <a:gd name="connsiteX1" fmla="*/ 975636 w 1013745"/>
              <a:gd name="connsiteY1" fmla="*/ 2434238 h 2434237"/>
              <a:gd name="connsiteX2" fmla="*/ 975636 w 1013745"/>
              <a:gd name="connsiteY2" fmla="*/ 1764249 h 2434237"/>
              <a:gd name="connsiteX3" fmla="*/ 854821 w 1013745"/>
              <a:gd name="connsiteY3" fmla="*/ 1643424 h 2434237"/>
              <a:gd name="connsiteX4" fmla="*/ 0 w 1013745"/>
              <a:gd name="connsiteY4" fmla="*/ 1643424 h 2434237"/>
              <a:gd name="connsiteX5" fmla="*/ 0 w 1013745"/>
              <a:gd name="connsiteY5" fmla="*/ 970731 h 2434237"/>
              <a:gd name="connsiteX6" fmla="*/ 158915 w 1013745"/>
              <a:gd name="connsiteY6" fmla="*/ 811806 h 2434237"/>
              <a:gd name="connsiteX7" fmla="*/ 975646 w 1013745"/>
              <a:gd name="connsiteY7" fmla="*/ 811806 h 2434237"/>
              <a:gd name="connsiteX8" fmla="*/ 975646 w 1013745"/>
              <a:gd name="connsiteY8" fmla="*/ 158925 h 2434237"/>
              <a:gd name="connsiteX9" fmla="*/ 854831 w 1013745"/>
              <a:gd name="connsiteY9" fmla="*/ 38100 h 2434237"/>
              <a:gd name="connsiteX10" fmla="*/ 10249 w 1013745"/>
              <a:gd name="connsiteY10" fmla="*/ 38100 h 2434237"/>
              <a:gd name="connsiteX11" fmla="*/ 10249 w 1013745"/>
              <a:gd name="connsiteY11" fmla="*/ 0 h 2434237"/>
              <a:gd name="connsiteX12" fmla="*/ 854831 w 1013745"/>
              <a:gd name="connsiteY12" fmla="*/ 0 h 2434237"/>
              <a:gd name="connsiteX13" fmla="*/ 1013746 w 1013745"/>
              <a:gd name="connsiteY13" fmla="*/ 158925 h 2434237"/>
              <a:gd name="connsiteX14" fmla="*/ 1013746 w 1013745"/>
              <a:gd name="connsiteY14" fmla="*/ 849906 h 2434237"/>
              <a:gd name="connsiteX15" fmla="*/ 158915 w 1013745"/>
              <a:gd name="connsiteY15" fmla="*/ 849906 h 2434237"/>
              <a:gd name="connsiteX16" fmla="*/ 38100 w 1013745"/>
              <a:gd name="connsiteY16" fmla="*/ 970731 h 2434237"/>
              <a:gd name="connsiteX17" fmla="*/ 38100 w 1013745"/>
              <a:gd name="connsiteY17" fmla="*/ 1605324 h 2434237"/>
              <a:gd name="connsiteX18" fmla="*/ 854821 w 1013745"/>
              <a:gd name="connsiteY18" fmla="*/ 1605324 h 2434237"/>
              <a:gd name="connsiteX19" fmla="*/ 1013736 w 1013745"/>
              <a:gd name="connsiteY19" fmla="*/ 1764249 h 2434237"/>
              <a:gd name="connsiteX20" fmla="*/ 1013736 w 1013745"/>
              <a:gd name="connsiteY20" fmla="*/ 2434238 h 243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13745" h="2434237">
                <a:moveTo>
                  <a:pt x="1013736" y="2434238"/>
                </a:moveTo>
                <a:lnTo>
                  <a:pt x="975636" y="2434238"/>
                </a:lnTo>
                <a:lnTo>
                  <a:pt x="975636" y="1764249"/>
                </a:lnTo>
                <a:cubicBezTo>
                  <a:pt x="975636" y="1697631"/>
                  <a:pt x="921439" y="1643424"/>
                  <a:pt x="854821" y="1643424"/>
                </a:cubicBezTo>
                <a:lnTo>
                  <a:pt x="0" y="1643424"/>
                </a:lnTo>
                <a:lnTo>
                  <a:pt x="0" y="970731"/>
                </a:lnTo>
                <a:cubicBezTo>
                  <a:pt x="0" y="883101"/>
                  <a:pt x="71285" y="811806"/>
                  <a:pt x="158915" y="811806"/>
                </a:cubicBezTo>
                <a:lnTo>
                  <a:pt x="975646" y="811806"/>
                </a:lnTo>
                <a:lnTo>
                  <a:pt x="975646" y="158925"/>
                </a:lnTo>
                <a:cubicBezTo>
                  <a:pt x="975646" y="92307"/>
                  <a:pt x="921449" y="38100"/>
                  <a:pt x="854831" y="38100"/>
                </a:cubicBezTo>
                <a:lnTo>
                  <a:pt x="10249" y="38100"/>
                </a:lnTo>
                <a:lnTo>
                  <a:pt x="10249" y="0"/>
                </a:lnTo>
                <a:lnTo>
                  <a:pt x="854831" y="0"/>
                </a:lnTo>
                <a:cubicBezTo>
                  <a:pt x="942461" y="0"/>
                  <a:pt x="1013746" y="71295"/>
                  <a:pt x="1013746" y="158925"/>
                </a:cubicBezTo>
                <a:lnTo>
                  <a:pt x="1013746" y="849906"/>
                </a:lnTo>
                <a:lnTo>
                  <a:pt x="158915" y="849906"/>
                </a:lnTo>
                <a:cubicBezTo>
                  <a:pt x="92297" y="849906"/>
                  <a:pt x="38100" y="904113"/>
                  <a:pt x="38100" y="970731"/>
                </a:cubicBezTo>
                <a:lnTo>
                  <a:pt x="38100" y="1605324"/>
                </a:lnTo>
                <a:lnTo>
                  <a:pt x="854821" y="1605324"/>
                </a:lnTo>
                <a:cubicBezTo>
                  <a:pt x="942451" y="1605324"/>
                  <a:pt x="1013736" y="1676610"/>
                  <a:pt x="1013736" y="1764249"/>
                </a:cubicBezTo>
                <a:lnTo>
                  <a:pt x="1013736" y="243423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C726B6C6-F0E0-5477-B5D1-BEA51F6AF3DB}"/>
              </a:ext>
            </a:extLst>
          </p:cNvPr>
          <p:cNvSpPr/>
          <p:nvPr/>
        </p:nvSpPr>
        <p:spPr>
          <a:xfrm flipH="1">
            <a:off x="6511734" y="2049293"/>
            <a:ext cx="1546574" cy="843915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500DBF10-2688-FE1A-B18E-EE479D417A6F}"/>
              </a:ext>
            </a:extLst>
          </p:cNvPr>
          <p:cNvSpPr/>
          <p:nvPr/>
        </p:nvSpPr>
        <p:spPr>
          <a:xfrm>
            <a:off x="6063393" y="1991142"/>
            <a:ext cx="1058264" cy="960216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27B20E76-2A3A-2FC4-5B98-F27E58B90311}"/>
              </a:ext>
            </a:extLst>
          </p:cNvPr>
          <p:cNvSpPr/>
          <p:nvPr/>
        </p:nvSpPr>
        <p:spPr>
          <a:xfrm>
            <a:off x="6202767" y="2117603"/>
            <a:ext cx="779516" cy="707294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01146763-5A31-827D-80B0-3776532C8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6843" y="2287412"/>
            <a:ext cx="365760" cy="365760"/>
          </a:xfrm>
          <a:prstGeom prst="rect">
            <a:avLst/>
          </a:prstGeom>
        </p:spPr>
      </p:pic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0CE25A7F-DFF5-419E-E988-306467758F67}"/>
              </a:ext>
            </a:extLst>
          </p:cNvPr>
          <p:cNvSpPr/>
          <p:nvPr/>
        </p:nvSpPr>
        <p:spPr>
          <a:xfrm>
            <a:off x="4146101" y="3064432"/>
            <a:ext cx="1546574" cy="843915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4C9EAD9A-5DEF-1143-C890-AF68AB8EE8CF}"/>
              </a:ext>
            </a:extLst>
          </p:cNvPr>
          <p:cNvSpPr/>
          <p:nvPr/>
        </p:nvSpPr>
        <p:spPr>
          <a:xfrm flipH="1">
            <a:off x="5082752" y="3006281"/>
            <a:ext cx="1058264" cy="960216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52571074-7744-0ACD-8373-EB52F4DF4437}"/>
              </a:ext>
            </a:extLst>
          </p:cNvPr>
          <p:cNvSpPr/>
          <p:nvPr/>
        </p:nvSpPr>
        <p:spPr>
          <a:xfrm flipH="1">
            <a:off x="5222126" y="3132742"/>
            <a:ext cx="779516" cy="707294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175" name="Graphic 174">
            <a:extLst>
              <a:ext uri="{FF2B5EF4-FFF2-40B4-BE49-F238E27FC236}">
                <a16:creationId xmlns:a16="http://schemas.microsoft.com/office/drawing/2014/main" id="{28556CF9-582F-47F8-9A6E-C10B9A6B3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414940" y="3313524"/>
            <a:ext cx="365760" cy="365760"/>
          </a:xfrm>
          <a:prstGeom prst="rect">
            <a:avLst/>
          </a:prstGeom>
        </p:spPr>
      </p:pic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BF684254-FD82-753C-11E1-E02C25892D51}"/>
              </a:ext>
            </a:extLst>
          </p:cNvPr>
          <p:cNvSpPr/>
          <p:nvPr/>
        </p:nvSpPr>
        <p:spPr>
          <a:xfrm flipH="1">
            <a:off x="6511734" y="3972780"/>
            <a:ext cx="1546574" cy="843915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CDF656C3-DE39-C5FF-13D3-D973B78B0070}"/>
              </a:ext>
            </a:extLst>
          </p:cNvPr>
          <p:cNvSpPr/>
          <p:nvPr/>
        </p:nvSpPr>
        <p:spPr>
          <a:xfrm>
            <a:off x="6063393" y="3914629"/>
            <a:ext cx="1058264" cy="960216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4FE15B36-CE93-047D-0701-0F752EE95D64}"/>
              </a:ext>
            </a:extLst>
          </p:cNvPr>
          <p:cNvSpPr/>
          <p:nvPr/>
        </p:nvSpPr>
        <p:spPr>
          <a:xfrm>
            <a:off x="6202767" y="4041090"/>
            <a:ext cx="779516" cy="707294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183" name="Graphic 182">
            <a:extLst>
              <a:ext uri="{FF2B5EF4-FFF2-40B4-BE49-F238E27FC236}">
                <a16:creationId xmlns:a16="http://schemas.microsoft.com/office/drawing/2014/main" id="{D5D75610-0BC1-9877-5DA7-810A7836E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9645" y="4202569"/>
            <a:ext cx="365760" cy="365760"/>
          </a:xfrm>
          <a:prstGeom prst="rect">
            <a:avLst/>
          </a:prstGeom>
        </p:spPr>
      </p:pic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C053F16A-6F46-F99F-DB82-07ADA7411CF1}"/>
              </a:ext>
            </a:extLst>
          </p:cNvPr>
          <p:cNvSpPr/>
          <p:nvPr/>
        </p:nvSpPr>
        <p:spPr>
          <a:xfrm>
            <a:off x="4146101" y="4784386"/>
            <a:ext cx="1546574" cy="843915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637B89DE-A7C1-B1E6-D615-07FCBAD6DBE1}"/>
              </a:ext>
            </a:extLst>
          </p:cNvPr>
          <p:cNvSpPr/>
          <p:nvPr/>
        </p:nvSpPr>
        <p:spPr>
          <a:xfrm flipH="1">
            <a:off x="5082752" y="4726235"/>
            <a:ext cx="1058264" cy="960216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680BF493-8806-4B43-EB95-D1A0CFE956D1}"/>
              </a:ext>
            </a:extLst>
          </p:cNvPr>
          <p:cNvSpPr/>
          <p:nvPr/>
        </p:nvSpPr>
        <p:spPr>
          <a:xfrm flipH="1">
            <a:off x="5222126" y="4852696"/>
            <a:ext cx="779516" cy="707294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191" name="Graphic 190">
            <a:extLst>
              <a:ext uri="{FF2B5EF4-FFF2-40B4-BE49-F238E27FC236}">
                <a16:creationId xmlns:a16="http://schemas.microsoft.com/office/drawing/2014/main" id="{CAC40EF0-5C54-3AAC-F47B-16621CC634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4940" y="5040425"/>
            <a:ext cx="365760" cy="36576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C16BB275-5550-5F43-46F9-8FA56B4B2BEF}"/>
              </a:ext>
            </a:extLst>
          </p:cNvPr>
          <p:cNvSpPr txBox="1"/>
          <p:nvPr/>
        </p:nvSpPr>
        <p:spPr>
          <a:xfrm flipH="1">
            <a:off x="5186421" y="2136902"/>
            <a:ext cx="61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01</a:t>
            </a:r>
            <a:endParaRPr lang="en-ID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C30E926-CE3D-2CC7-C561-A8CE80916AA3}"/>
              </a:ext>
            </a:extLst>
          </p:cNvPr>
          <p:cNvSpPr txBox="1"/>
          <p:nvPr/>
        </p:nvSpPr>
        <p:spPr>
          <a:xfrm>
            <a:off x="8494241" y="1953368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+mj-lt"/>
                <a:cs typeface="+mj-cs"/>
              </a:rPr>
              <a:t>Manual Testing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F160F2A-7DE2-6C83-17FD-EC14F1C01256}"/>
              </a:ext>
            </a:extLst>
          </p:cNvPr>
          <p:cNvSpPr txBox="1"/>
          <p:nvPr/>
        </p:nvSpPr>
        <p:spPr>
          <a:xfrm>
            <a:off x="8494241" y="2266443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38 test cases executed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633E68D-5EA8-4508-F7B9-53D080743733}"/>
              </a:ext>
            </a:extLst>
          </p:cNvPr>
          <p:cNvSpPr txBox="1"/>
          <p:nvPr/>
        </p:nvSpPr>
        <p:spPr>
          <a:xfrm>
            <a:off x="8494241" y="3899635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cs typeface="+mj-cs"/>
              </a:rPr>
              <a:t>Performance Testing</a:t>
            </a:r>
            <a:endParaRPr lang="en-ID" dirty="0">
              <a:solidFill>
                <a:schemeClr val="accent3">
                  <a:lumMod val="60000"/>
                  <a:lumOff val="40000"/>
                </a:schemeClr>
              </a:solidFill>
              <a:latin typeface="+mj-lt"/>
              <a:cs typeface="+mj-cs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693A35D-477D-CC72-0DE0-CA4980BC7D21}"/>
              </a:ext>
            </a:extLst>
          </p:cNvPr>
          <p:cNvSpPr txBox="1"/>
          <p:nvPr/>
        </p:nvSpPr>
        <p:spPr>
          <a:xfrm>
            <a:off x="8494241" y="4212710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k6 load testing with 23 VUs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F2947C1-E0E1-198C-D793-9EC4AE69FA3C}"/>
              </a:ext>
            </a:extLst>
          </p:cNvPr>
          <p:cNvSpPr txBox="1"/>
          <p:nvPr/>
        </p:nvSpPr>
        <p:spPr>
          <a:xfrm flipH="1">
            <a:off x="5088638" y="4031274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03</a:t>
            </a:r>
            <a:endParaRPr lang="en-ID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4C720CA-B667-9A8F-AF4D-754086363F08}"/>
              </a:ext>
            </a:extLst>
          </p:cNvPr>
          <p:cNvSpPr txBox="1"/>
          <p:nvPr/>
        </p:nvSpPr>
        <p:spPr>
          <a:xfrm flipH="1">
            <a:off x="6328844" y="3166019"/>
            <a:ext cx="713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02</a:t>
            </a:r>
            <a:endParaRPr lang="en-ID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DDC8056-3AD8-3313-1626-B042613C7758}"/>
              </a:ext>
            </a:extLst>
          </p:cNvPr>
          <p:cNvSpPr txBox="1"/>
          <p:nvPr/>
        </p:nvSpPr>
        <p:spPr>
          <a:xfrm flipH="1">
            <a:off x="6312815" y="4932996"/>
            <a:ext cx="729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04</a:t>
            </a:r>
            <a:endParaRPr lang="en-ID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B106F09-C3E4-FCC8-FA88-2BD9DCDB1823}"/>
              </a:ext>
            </a:extLst>
          </p:cNvPr>
          <p:cNvSpPr txBox="1"/>
          <p:nvPr/>
        </p:nvSpPr>
        <p:spPr>
          <a:xfrm>
            <a:off x="956037" y="2985618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accent2"/>
                </a:solidFill>
                <a:latin typeface="+mj-lt"/>
                <a:cs typeface="+mj-cs"/>
              </a:rPr>
              <a:t>API Testing</a:t>
            </a:r>
            <a:endParaRPr lang="en-ID" dirty="0">
              <a:solidFill>
                <a:schemeClr val="accent2"/>
              </a:solidFill>
              <a:latin typeface="+mj-lt"/>
              <a:cs typeface="+mj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876CCCC-4F9E-CAF5-06C7-E6592CFDA04F}"/>
              </a:ext>
            </a:extLst>
          </p:cNvPr>
          <p:cNvSpPr txBox="1"/>
          <p:nvPr/>
        </p:nvSpPr>
        <p:spPr>
          <a:xfrm>
            <a:off x="1040776" y="3298693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225 automated requests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21B330A-92BD-C899-CDCA-0014D8165E40}"/>
              </a:ext>
            </a:extLst>
          </p:cNvPr>
          <p:cNvSpPr txBox="1"/>
          <p:nvPr/>
        </p:nvSpPr>
        <p:spPr>
          <a:xfrm>
            <a:off x="956037" y="4705572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accent4"/>
                </a:solidFill>
                <a:latin typeface="+mj-lt"/>
                <a:cs typeface="+mj-cs"/>
              </a:rPr>
              <a:t>UI Automation</a:t>
            </a:r>
            <a:endParaRPr lang="en-ID" dirty="0">
              <a:solidFill>
                <a:schemeClr val="accent4"/>
              </a:solidFill>
              <a:latin typeface="+mj-lt"/>
              <a:cs typeface="+mj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B77E319-D8F6-6E6D-EA90-800E4667B232}"/>
              </a:ext>
            </a:extLst>
          </p:cNvPr>
          <p:cNvSpPr txBox="1"/>
          <p:nvPr/>
        </p:nvSpPr>
        <p:spPr>
          <a:xfrm>
            <a:off x="1040776" y="5018647"/>
            <a:ext cx="2656984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Selenium framework with POM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758568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8EFF-050A-8F7C-1E3E-6AABD3B5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Box 451">
            <a:extLst>
              <a:ext uri="{FF2B5EF4-FFF2-40B4-BE49-F238E27FC236}">
                <a16:creationId xmlns:a16="http://schemas.microsoft.com/office/drawing/2014/main" id="{DDC67879-CADE-228E-119F-5AE915F8A964}"/>
              </a:ext>
            </a:extLst>
          </p:cNvPr>
          <p:cNvSpPr txBox="1"/>
          <p:nvPr/>
        </p:nvSpPr>
        <p:spPr>
          <a:xfrm flipH="1">
            <a:off x="301928" y="699134"/>
            <a:ext cx="879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Manual Testing - Execution Summary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C656ECAE-B48C-6676-3734-E0ED59BF19F8}"/>
              </a:ext>
            </a:extLst>
          </p:cNvPr>
          <p:cNvSpPr txBox="1"/>
          <p:nvPr/>
        </p:nvSpPr>
        <p:spPr>
          <a:xfrm flipH="1">
            <a:off x="377486" y="1892706"/>
            <a:ext cx="294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Test Execution Results</a:t>
            </a:r>
          </a:p>
        </p:txBody>
      </p:sp>
      <p:sp>
        <p:nvSpPr>
          <p:cNvPr id="466" name="Rectangle: Rounded Corners 465">
            <a:extLst>
              <a:ext uri="{FF2B5EF4-FFF2-40B4-BE49-F238E27FC236}">
                <a16:creationId xmlns:a16="http://schemas.microsoft.com/office/drawing/2014/main" id="{155832C0-F9C5-0777-E988-31A7A6A573A0}"/>
              </a:ext>
            </a:extLst>
          </p:cNvPr>
          <p:cNvSpPr/>
          <p:nvPr/>
        </p:nvSpPr>
        <p:spPr>
          <a:xfrm flipH="1">
            <a:off x="377486" y="2647887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B2CEB97-EDF7-274F-CEA4-7C5FF8F3A8B8}"/>
              </a:ext>
            </a:extLst>
          </p:cNvPr>
          <p:cNvSpPr txBox="1"/>
          <p:nvPr/>
        </p:nvSpPr>
        <p:spPr>
          <a:xfrm flipH="1">
            <a:off x="1064575" y="2882310"/>
            <a:ext cx="1794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38 Total Test Cases</a:t>
            </a:r>
          </a:p>
        </p:txBody>
      </p:sp>
      <p:sp>
        <p:nvSpPr>
          <p:cNvPr id="468" name="Freeform: Shape 467">
            <a:extLst>
              <a:ext uri="{FF2B5EF4-FFF2-40B4-BE49-F238E27FC236}">
                <a16:creationId xmlns:a16="http://schemas.microsoft.com/office/drawing/2014/main" id="{2189C7CF-3232-3B19-2D4C-56044091AC58}"/>
              </a:ext>
            </a:extLst>
          </p:cNvPr>
          <p:cNvSpPr/>
          <p:nvPr/>
        </p:nvSpPr>
        <p:spPr>
          <a:xfrm flipH="1">
            <a:off x="491628" y="2750141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469" name="Graphic 468">
            <a:extLst>
              <a:ext uri="{FF2B5EF4-FFF2-40B4-BE49-F238E27FC236}">
                <a16:creationId xmlns:a16="http://schemas.microsoft.com/office/drawing/2014/main" id="{C683600C-FAA6-AC61-82E4-989833417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2896130"/>
            <a:ext cx="213724" cy="21372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FD28F8-6F47-4A14-5340-7A3F7D3451B6}"/>
              </a:ext>
            </a:extLst>
          </p:cNvPr>
          <p:cNvSpPr/>
          <p:nvPr/>
        </p:nvSpPr>
        <p:spPr>
          <a:xfrm flipH="1">
            <a:off x="377486" y="3497172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8EA57-CB72-4760-68C5-00F82759A4CF}"/>
              </a:ext>
            </a:extLst>
          </p:cNvPr>
          <p:cNvSpPr txBox="1"/>
          <p:nvPr/>
        </p:nvSpPr>
        <p:spPr>
          <a:xfrm flipH="1">
            <a:off x="1064575" y="3731595"/>
            <a:ext cx="1215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26 Passed ✓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703907C-723C-DC50-0AAA-CE54DC2B16E8}"/>
              </a:ext>
            </a:extLst>
          </p:cNvPr>
          <p:cNvSpPr/>
          <p:nvPr/>
        </p:nvSpPr>
        <p:spPr>
          <a:xfrm flipH="1">
            <a:off x="491628" y="3599426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251794F-A9E7-DFC2-BD00-2DD7D831F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3745415"/>
            <a:ext cx="213724" cy="21372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2250CA-2501-1503-0CCC-CFF7D795E9A5}"/>
              </a:ext>
            </a:extLst>
          </p:cNvPr>
          <p:cNvSpPr/>
          <p:nvPr/>
        </p:nvSpPr>
        <p:spPr>
          <a:xfrm flipH="1">
            <a:off x="377486" y="4344781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CFA2E-1BAF-DFA7-E971-8E75D0D39003}"/>
              </a:ext>
            </a:extLst>
          </p:cNvPr>
          <p:cNvSpPr txBox="1"/>
          <p:nvPr/>
        </p:nvSpPr>
        <p:spPr>
          <a:xfrm flipH="1">
            <a:off x="1064575" y="4579204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 Failed ✗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F5FB1BB-67C4-6256-A764-37936EDCE3CD}"/>
              </a:ext>
            </a:extLst>
          </p:cNvPr>
          <p:cNvSpPr/>
          <p:nvPr/>
        </p:nvSpPr>
        <p:spPr>
          <a:xfrm flipH="1">
            <a:off x="491628" y="4447035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2B824B9B-8580-709C-1073-DAC09FD39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4593024"/>
            <a:ext cx="213724" cy="213724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D6876F-93CB-7407-7461-6E1B6F5A9BFB}"/>
              </a:ext>
            </a:extLst>
          </p:cNvPr>
          <p:cNvSpPr/>
          <p:nvPr/>
        </p:nvSpPr>
        <p:spPr>
          <a:xfrm flipH="1">
            <a:off x="383004" y="5193539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C6970-C4D8-176E-8CA7-07140A37ED13}"/>
              </a:ext>
            </a:extLst>
          </p:cNvPr>
          <p:cNvSpPr txBox="1"/>
          <p:nvPr/>
        </p:nvSpPr>
        <p:spPr>
          <a:xfrm flipH="1">
            <a:off x="1070093" y="5427962"/>
            <a:ext cx="1409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68% Pass Rate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1B9CD8E-1592-D419-0B5D-83F09ED617FB}"/>
              </a:ext>
            </a:extLst>
          </p:cNvPr>
          <p:cNvSpPr/>
          <p:nvPr/>
        </p:nvSpPr>
        <p:spPr>
          <a:xfrm flipH="1">
            <a:off x="497146" y="5295793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258EE51-5FD0-DE64-D277-5705FAB6C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135" y="5441782"/>
            <a:ext cx="213724" cy="2137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298045-ECB2-B363-7E93-0F19F4A72B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7882" y="2619173"/>
            <a:ext cx="8418055" cy="32467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5405774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145B8-E109-D327-F339-1E5FD311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Box 451">
            <a:extLst>
              <a:ext uri="{FF2B5EF4-FFF2-40B4-BE49-F238E27FC236}">
                <a16:creationId xmlns:a16="http://schemas.microsoft.com/office/drawing/2014/main" id="{FC98D78A-0ABA-25CF-5285-33920F638B76}"/>
              </a:ext>
            </a:extLst>
          </p:cNvPr>
          <p:cNvSpPr txBox="1"/>
          <p:nvPr/>
        </p:nvSpPr>
        <p:spPr>
          <a:xfrm flipH="1">
            <a:off x="301927" y="699134"/>
            <a:ext cx="9074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Defect Analysis - Severity Distribution</a:t>
            </a: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A3AFD2CB-E0A4-8730-5641-4371FE6D5E4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31339517"/>
                  </p:ext>
                </p:extLst>
              </p:nvPr>
            </p:nvGraphicFramePr>
            <p:xfrm>
              <a:off x="2072640" y="1697441"/>
              <a:ext cx="8046720" cy="466344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A3AFD2CB-E0A4-8730-5641-4371FE6D5E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2640" y="1697441"/>
                <a:ext cx="8046720" cy="46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673199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E37F-60E0-43D7-BDF8-E272087B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252">
            <a:extLst>
              <a:ext uri="{FF2B5EF4-FFF2-40B4-BE49-F238E27FC236}">
                <a16:creationId xmlns:a16="http://schemas.microsoft.com/office/drawing/2014/main" id="{EE5A2696-4D99-C6B3-29A5-C9C53E1199CB}"/>
              </a:ext>
            </a:extLst>
          </p:cNvPr>
          <p:cNvSpPr txBox="1"/>
          <p:nvPr/>
        </p:nvSpPr>
        <p:spPr>
          <a:xfrm>
            <a:off x="1977599" y="300487"/>
            <a:ext cx="823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API Testing - Postman &amp; Newman</a:t>
            </a:r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90C13ED3-E2C4-C5DB-6DE6-1DBFB272DDFC}"/>
              </a:ext>
            </a:extLst>
          </p:cNvPr>
          <p:cNvSpPr/>
          <p:nvPr/>
        </p:nvSpPr>
        <p:spPr>
          <a:xfrm flipH="1">
            <a:off x="6412267" y="2000757"/>
            <a:ext cx="1169804" cy="1013062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4356C2-86D3-DEA7-D04A-15DB5FA60AA3}"/>
              </a:ext>
            </a:extLst>
          </p:cNvPr>
          <p:cNvSpPr/>
          <p:nvPr/>
        </p:nvSpPr>
        <p:spPr>
          <a:xfrm flipH="1">
            <a:off x="5943300" y="2902768"/>
            <a:ext cx="454075" cy="182699"/>
          </a:xfrm>
          <a:custGeom>
            <a:avLst/>
            <a:gdLst>
              <a:gd name="connsiteX0" fmla="*/ 454076 w 454075"/>
              <a:gd name="connsiteY0" fmla="*/ 0 h 182699"/>
              <a:gd name="connsiteX1" fmla="*/ 105480 w 454075"/>
              <a:gd name="connsiteY1" fmla="*/ 0 h 182699"/>
              <a:gd name="connsiteX2" fmla="*/ 0 w 454075"/>
              <a:gd name="connsiteY2" fmla="*/ 182699 h 182699"/>
              <a:gd name="connsiteX3" fmla="*/ 454076 w 454075"/>
              <a:gd name="connsiteY3" fmla="*/ 182699 h 1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075" h="182699">
                <a:moveTo>
                  <a:pt x="454076" y="0"/>
                </a:moveTo>
                <a:lnTo>
                  <a:pt x="105480" y="0"/>
                </a:lnTo>
                <a:lnTo>
                  <a:pt x="0" y="182699"/>
                </a:lnTo>
                <a:lnTo>
                  <a:pt x="454076" y="18269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AC775AC-9955-3C23-5842-CC7D2944D668}"/>
              </a:ext>
            </a:extLst>
          </p:cNvPr>
          <p:cNvSpPr/>
          <p:nvPr/>
        </p:nvSpPr>
        <p:spPr>
          <a:xfrm flipH="1">
            <a:off x="5796805" y="2806270"/>
            <a:ext cx="265890" cy="374789"/>
          </a:xfrm>
          <a:custGeom>
            <a:avLst/>
            <a:gdLst>
              <a:gd name="connsiteX0" fmla="*/ 0 w 265890"/>
              <a:gd name="connsiteY0" fmla="*/ 374790 h 374789"/>
              <a:gd name="connsiteX1" fmla="*/ 265890 w 265890"/>
              <a:gd name="connsiteY1" fmla="*/ 187395 h 374789"/>
              <a:gd name="connsiteX2" fmla="*/ 0 w 265890"/>
              <a:gd name="connsiteY2" fmla="*/ 0 h 37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90" h="374789">
                <a:moveTo>
                  <a:pt x="0" y="374790"/>
                </a:moveTo>
                <a:lnTo>
                  <a:pt x="265890" y="1873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647EB4-45C6-07A0-8E6A-1B62F6002E56}"/>
              </a:ext>
            </a:extLst>
          </p:cNvPr>
          <p:cNvSpPr/>
          <p:nvPr/>
        </p:nvSpPr>
        <p:spPr>
          <a:xfrm flipH="1">
            <a:off x="6290316" y="2108126"/>
            <a:ext cx="694153" cy="977340"/>
          </a:xfrm>
          <a:custGeom>
            <a:avLst/>
            <a:gdLst>
              <a:gd name="connsiteX0" fmla="*/ 0 w 694153"/>
              <a:gd name="connsiteY0" fmla="*/ 0 h 1014745"/>
              <a:gd name="connsiteX1" fmla="*/ 588674 w 694153"/>
              <a:gd name="connsiteY1" fmla="*/ 1014746 h 1014745"/>
              <a:gd name="connsiteX2" fmla="*/ 694153 w 694153"/>
              <a:gd name="connsiteY2" fmla="*/ 832047 h 1014745"/>
              <a:gd name="connsiteX3" fmla="*/ 210969 w 694153"/>
              <a:gd name="connsiteY3" fmla="*/ 0 h 10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153" h="1014745">
                <a:moveTo>
                  <a:pt x="0" y="0"/>
                </a:moveTo>
                <a:lnTo>
                  <a:pt x="588674" y="1014746"/>
                </a:lnTo>
                <a:lnTo>
                  <a:pt x="694153" y="832047"/>
                </a:lnTo>
                <a:lnTo>
                  <a:pt x="210969" y="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AB390E8F-AD51-4D07-0FA2-20FF77932231}"/>
              </a:ext>
            </a:extLst>
          </p:cNvPr>
          <p:cNvSpPr/>
          <p:nvPr/>
        </p:nvSpPr>
        <p:spPr>
          <a:xfrm flipH="1">
            <a:off x="6532282" y="2104674"/>
            <a:ext cx="929814" cy="805228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257" name="Graphic 256">
            <a:extLst>
              <a:ext uri="{FF2B5EF4-FFF2-40B4-BE49-F238E27FC236}">
                <a16:creationId xmlns:a16="http://schemas.microsoft.com/office/drawing/2014/main" id="{122244D9-A8B2-8063-B0C2-B264F23B2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6082" y="2259926"/>
            <a:ext cx="457200" cy="457200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FACCA69A-876D-67D1-1262-452855C9C6D2}"/>
              </a:ext>
            </a:extLst>
          </p:cNvPr>
          <p:cNvSpPr txBox="1"/>
          <p:nvPr/>
        </p:nvSpPr>
        <p:spPr>
          <a:xfrm>
            <a:off x="7980154" y="2007823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US" dirty="0">
                <a:solidFill>
                  <a:schemeClr val="accent1"/>
                </a:solidFill>
                <a:latin typeface="+mj-lt"/>
                <a:cs typeface="+mj-cs"/>
              </a:rPr>
              <a:t>225</a:t>
            </a:r>
            <a:endParaRPr lang="en-ID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1D8F07-49FD-EFF1-CBF6-5822833A76EF}"/>
              </a:ext>
            </a:extLst>
          </p:cNvPr>
          <p:cNvSpPr txBox="1"/>
          <p:nvPr/>
        </p:nvSpPr>
        <p:spPr>
          <a:xfrm>
            <a:off x="7980154" y="2320898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Requests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8FB99C80-3CA1-651A-4FFD-9F202BFC17E6}"/>
              </a:ext>
            </a:extLst>
          </p:cNvPr>
          <p:cNvSpPr/>
          <p:nvPr/>
        </p:nvSpPr>
        <p:spPr>
          <a:xfrm>
            <a:off x="4669449" y="2858841"/>
            <a:ext cx="1169804" cy="1013062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54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6D3E790B-BF81-1408-8AAE-2A4F168EB149}"/>
              </a:ext>
            </a:extLst>
          </p:cNvPr>
          <p:cNvSpPr/>
          <p:nvPr/>
        </p:nvSpPr>
        <p:spPr>
          <a:xfrm>
            <a:off x="5854145" y="3760852"/>
            <a:ext cx="454075" cy="182699"/>
          </a:xfrm>
          <a:custGeom>
            <a:avLst/>
            <a:gdLst>
              <a:gd name="connsiteX0" fmla="*/ 454076 w 454075"/>
              <a:gd name="connsiteY0" fmla="*/ 0 h 182699"/>
              <a:gd name="connsiteX1" fmla="*/ 105480 w 454075"/>
              <a:gd name="connsiteY1" fmla="*/ 0 h 182699"/>
              <a:gd name="connsiteX2" fmla="*/ 0 w 454075"/>
              <a:gd name="connsiteY2" fmla="*/ 182699 h 182699"/>
              <a:gd name="connsiteX3" fmla="*/ 454076 w 454075"/>
              <a:gd name="connsiteY3" fmla="*/ 182699 h 1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075" h="182699">
                <a:moveTo>
                  <a:pt x="454076" y="0"/>
                </a:moveTo>
                <a:lnTo>
                  <a:pt x="105480" y="0"/>
                </a:lnTo>
                <a:lnTo>
                  <a:pt x="0" y="182699"/>
                </a:lnTo>
                <a:lnTo>
                  <a:pt x="454076" y="18269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F4F09DEE-2C03-CB33-6B14-8D58C456FD98}"/>
              </a:ext>
            </a:extLst>
          </p:cNvPr>
          <p:cNvSpPr/>
          <p:nvPr/>
        </p:nvSpPr>
        <p:spPr>
          <a:xfrm>
            <a:off x="6188825" y="3664354"/>
            <a:ext cx="265890" cy="374789"/>
          </a:xfrm>
          <a:custGeom>
            <a:avLst/>
            <a:gdLst>
              <a:gd name="connsiteX0" fmla="*/ 0 w 265890"/>
              <a:gd name="connsiteY0" fmla="*/ 374790 h 374789"/>
              <a:gd name="connsiteX1" fmla="*/ 265890 w 265890"/>
              <a:gd name="connsiteY1" fmla="*/ 187395 h 374789"/>
              <a:gd name="connsiteX2" fmla="*/ 0 w 265890"/>
              <a:gd name="connsiteY2" fmla="*/ 0 h 37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90" h="374789">
                <a:moveTo>
                  <a:pt x="0" y="374790"/>
                </a:moveTo>
                <a:lnTo>
                  <a:pt x="265890" y="1873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4B12DD0D-D919-2DD4-EB90-1F8F33A90816}"/>
              </a:ext>
            </a:extLst>
          </p:cNvPr>
          <p:cNvSpPr/>
          <p:nvPr/>
        </p:nvSpPr>
        <p:spPr>
          <a:xfrm>
            <a:off x="5267051" y="2966210"/>
            <a:ext cx="694153" cy="977340"/>
          </a:xfrm>
          <a:custGeom>
            <a:avLst/>
            <a:gdLst>
              <a:gd name="connsiteX0" fmla="*/ 0 w 694153"/>
              <a:gd name="connsiteY0" fmla="*/ 0 h 1014745"/>
              <a:gd name="connsiteX1" fmla="*/ 588674 w 694153"/>
              <a:gd name="connsiteY1" fmla="*/ 1014746 h 1014745"/>
              <a:gd name="connsiteX2" fmla="*/ 694153 w 694153"/>
              <a:gd name="connsiteY2" fmla="*/ 832047 h 1014745"/>
              <a:gd name="connsiteX3" fmla="*/ 210969 w 694153"/>
              <a:gd name="connsiteY3" fmla="*/ 0 h 10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153" h="1014745">
                <a:moveTo>
                  <a:pt x="0" y="0"/>
                </a:moveTo>
                <a:lnTo>
                  <a:pt x="588674" y="1014746"/>
                </a:lnTo>
                <a:lnTo>
                  <a:pt x="694153" y="832047"/>
                </a:lnTo>
                <a:lnTo>
                  <a:pt x="210969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8405DFBE-6E67-BC79-B0B2-66E448E9D7D2}"/>
              </a:ext>
            </a:extLst>
          </p:cNvPr>
          <p:cNvSpPr/>
          <p:nvPr/>
        </p:nvSpPr>
        <p:spPr>
          <a:xfrm>
            <a:off x="4789424" y="2962758"/>
            <a:ext cx="929814" cy="805228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271" name="Graphic 270">
            <a:extLst>
              <a:ext uri="{FF2B5EF4-FFF2-40B4-BE49-F238E27FC236}">
                <a16:creationId xmlns:a16="http://schemas.microsoft.com/office/drawing/2014/main" id="{3B885B4E-64DC-E9D9-490E-AD4088339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04527" y="3136772"/>
            <a:ext cx="457200" cy="457200"/>
          </a:xfrm>
          <a:prstGeom prst="rect">
            <a:avLst/>
          </a:prstGeom>
        </p:spPr>
      </p:pic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5A73E860-5D9A-453E-E225-12239F58D6A3}"/>
              </a:ext>
            </a:extLst>
          </p:cNvPr>
          <p:cNvSpPr/>
          <p:nvPr/>
        </p:nvSpPr>
        <p:spPr>
          <a:xfrm flipH="1">
            <a:off x="6412267" y="3823680"/>
            <a:ext cx="1169804" cy="1013062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277" name="Freeform: Shape 276">
            <a:extLst>
              <a:ext uri="{FF2B5EF4-FFF2-40B4-BE49-F238E27FC236}">
                <a16:creationId xmlns:a16="http://schemas.microsoft.com/office/drawing/2014/main" id="{B06B5525-2A50-1E46-FC08-9E78F4AC135B}"/>
              </a:ext>
            </a:extLst>
          </p:cNvPr>
          <p:cNvSpPr/>
          <p:nvPr/>
        </p:nvSpPr>
        <p:spPr>
          <a:xfrm flipH="1">
            <a:off x="5943300" y="4725691"/>
            <a:ext cx="454075" cy="182699"/>
          </a:xfrm>
          <a:custGeom>
            <a:avLst/>
            <a:gdLst>
              <a:gd name="connsiteX0" fmla="*/ 454076 w 454075"/>
              <a:gd name="connsiteY0" fmla="*/ 0 h 182699"/>
              <a:gd name="connsiteX1" fmla="*/ 105480 w 454075"/>
              <a:gd name="connsiteY1" fmla="*/ 0 h 182699"/>
              <a:gd name="connsiteX2" fmla="*/ 0 w 454075"/>
              <a:gd name="connsiteY2" fmla="*/ 182699 h 182699"/>
              <a:gd name="connsiteX3" fmla="*/ 454076 w 454075"/>
              <a:gd name="connsiteY3" fmla="*/ 182699 h 1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075" h="182699">
                <a:moveTo>
                  <a:pt x="454076" y="0"/>
                </a:moveTo>
                <a:lnTo>
                  <a:pt x="105480" y="0"/>
                </a:lnTo>
                <a:lnTo>
                  <a:pt x="0" y="182699"/>
                </a:lnTo>
                <a:lnTo>
                  <a:pt x="454076" y="18269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78" name="Freeform: Shape 277">
            <a:extLst>
              <a:ext uri="{FF2B5EF4-FFF2-40B4-BE49-F238E27FC236}">
                <a16:creationId xmlns:a16="http://schemas.microsoft.com/office/drawing/2014/main" id="{9EB9B20B-7AA9-D445-2B6D-7E0C32DC2292}"/>
              </a:ext>
            </a:extLst>
          </p:cNvPr>
          <p:cNvSpPr/>
          <p:nvPr/>
        </p:nvSpPr>
        <p:spPr>
          <a:xfrm flipH="1">
            <a:off x="5796805" y="4629193"/>
            <a:ext cx="265890" cy="374789"/>
          </a:xfrm>
          <a:custGeom>
            <a:avLst/>
            <a:gdLst>
              <a:gd name="connsiteX0" fmla="*/ 0 w 265890"/>
              <a:gd name="connsiteY0" fmla="*/ 374790 h 374789"/>
              <a:gd name="connsiteX1" fmla="*/ 265890 w 265890"/>
              <a:gd name="connsiteY1" fmla="*/ 187395 h 374789"/>
              <a:gd name="connsiteX2" fmla="*/ 0 w 265890"/>
              <a:gd name="connsiteY2" fmla="*/ 0 h 37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90" h="374789">
                <a:moveTo>
                  <a:pt x="0" y="374790"/>
                </a:moveTo>
                <a:lnTo>
                  <a:pt x="265890" y="1873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79" name="Freeform: Shape 278">
            <a:extLst>
              <a:ext uri="{FF2B5EF4-FFF2-40B4-BE49-F238E27FC236}">
                <a16:creationId xmlns:a16="http://schemas.microsoft.com/office/drawing/2014/main" id="{6B17AD9C-E6FE-774B-2A07-3F6F14BB4972}"/>
              </a:ext>
            </a:extLst>
          </p:cNvPr>
          <p:cNvSpPr/>
          <p:nvPr/>
        </p:nvSpPr>
        <p:spPr>
          <a:xfrm flipH="1">
            <a:off x="6290316" y="3931049"/>
            <a:ext cx="694153" cy="977340"/>
          </a:xfrm>
          <a:custGeom>
            <a:avLst/>
            <a:gdLst>
              <a:gd name="connsiteX0" fmla="*/ 0 w 694153"/>
              <a:gd name="connsiteY0" fmla="*/ 0 h 1014745"/>
              <a:gd name="connsiteX1" fmla="*/ 588674 w 694153"/>
              <a:gd name="connsiteY1" fmla="*/ 1014746 h 1014745"/>
              <a:gd name="connsiteX2" fmla="*/ 694153 w 694153"/>
              <a:gd name="connsiteY2" fmla="*/ 832047 h 1014745"/>
              <a:gd name="connsiteX3" fmla="*/ 210969 w 694153"/>
              <a:gd name="connsiteY3" fmla="*/ 0 h 10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153" h="1014745">
                <a:moveTo>
                  <a:pt x="0" y="0"/>
                </a:moveTo>
                <a:lnTo>
                  <a:pt x="588674" y="1014746"/>
                </a:lnTo>
                <a:lnTo>
                  <a:pt x="694153" y="832047"/>
                </a:lnTo>
                <a:lnTo>
                  <a:pt x="210969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27895665-F934-B7D3-A03B-D6C32F809FFF}"/>
              </a:ext>
            </a:extLst>
          </p:cNvPr>
          <p:cNvSpPr/>
          <p:nvPr/>
        </p:nvSpPr>
        <p:spPr>
          <a:xfrm flipH="1">
            <a:off x="6532282" y="3927597"/>
            <a:ext cx="929814" cy="805228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281" name="Graphic 280">
            <a:extLst>
              <a:ext uri="{FF2B5EF4-FFF2-40B4-BE49-F238E27FC236}">
                <a16:creationId xmlns:a16="http://schemas.microsoft.com/office/drawing/2014/main" id="{EAB3D1A4-35D2-6E58-CDBA-680B82E06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8487" y="4201509"/>
            <a:ext cx="257404" cy="257404"/>
          </a:xfrm>
          <a:prstGeom prst="rect">
            <a:avLst/>
          </a:prstGeom>
        </p:spPr>
      </p:pic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541EF391-D8A2-903E-17CE-95A1F4396EC7}"/>
              </a:ext>
            </a:extLst>
          </p:cNvPr>
          <p:cNvSpPr/>
          <p:nvPr/>
        </p:nvSpPr>
        <p:spPr>
          <a:xfrm>
            <a:off x="4669449" y="4756743"/>
            <a:ext cx="1169804" cy="1013062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54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E0813BF2-44E4-0A58-33AA-B6586A64025B}"/>
              </a:ext>
            </a:extLst>
          </p:cNvPr>
          <p:cNvSpPr/>
          <p:nvPr/>
        </p:nvSpPr>
        <p:spPr>
          <a:xfrm>
            <a:off x="5854145" y="5658754"/>
            <a:ext cx="454075" cy="182699"/>
          </a:xfrm>
          <a:custGeom>
            <a:avLst/>
            <a:gdLst>
              <a:gd name="connsiteX0" fmla="*/ 454076 w 454075"/>
              <a:gd name="connsiteY0" fmla="*/ 0 h 182699"/>
              <a:gd name="connsiteX1" fmla="*/ 105480 w 454075"/>
              <a:gd name="connsiteY1" fmla="*/ 0 h 182699"/>
              <a:gd name="connsiteX2" fmla="*/ 0 w 454075"/>
              <a:gd name="connsiteY2" fmla="*/ 182699 h 182699"/>
              <a:gd name="connsiteX3" fmla="*/ 454076 w 454075"/>
              <a:gd name="connsiteY3" fmla="*/ 182699 h 1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075" h="182699">
                <a:moveTo>
                  <a:pt x="454076" y="0"/>
                </a:moveTo>
                <a:lnTo>
                  <a:pt x="105480" y="0"/>
                </a:lnTo>
                <a:lnTo>
                  <a:pt x="0" y="182699"/>
                </a:lnTo>
                <a:lnTo>
                  <a:pt x="454076" y="182699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B7CBF0B3-B0F1-A0D2-2C99-DC0E5C60BACA}"/>
              </a:ext>
            </a:extLst>
          </p:cNvPr>
          <p:cNvSpPr/>
          <p:nvPr/>
        </p:nvSpPr>
        <p:spPr>
          <a:xfrm>
            <a:off x="6188825" y="5562256"/>
            <a:ext cx="265890" cy="374789"/>
          </a:xfrm>
          <a:custGeom>
            <a:avLst/>
            <a:gdLst>
              <a:gd name="connsiteX0" fmla="*/ 0 w 265890"/>
              <a:gd name="connsiteY0" fmla="*/ 374790 h 374789"/>
              <a:gd name="connsiteX1" fmla="*/ 265890 w 265890"/>
              <a:gd name="connsiteY1" fmla="*/ 187395 h 374789"/>
              <a:gd name="connsiteX2" fmla="*/ 0 w 265890"/>
              <a:gd name="connsiteY2" fmla="*/ 0 h 37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90" h="374789">
                <a:moveTo>
                  <a:pt x="0" y="374790"/>
                </a:moveTo>
                <a:lnTo>
                  <a:pt x="265890" y="1873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89" name="Freeform: Shape 288">
            <a:extLst>
              <a:ext uri="{FF2B5EF4-FFF2-40B4-BE49-F238E27FC236}">
                <a16:creationId xmlns:a16="http://schemas.microsoft.com/office/drawing/2014/main" id="{6A0CA939-1DE4-306E-BCDA-7E8E98CFC11E}"/>
              </a:ext>
            </a:extLst>
          </p:cNvPr>
          <p:cNvSpPr/>
          <p:nvPr/>
        </p:nvSpPr>
        <p:spPr>
          <a:xfrm>
            <a:off x="5267051" y="4864112"/>
            <a:ext cx="694153" cy="977340"/>
          </a:xfrm>
          <a:custGeom>
            <a:avLst/>
            <a:gdLst>
              <a:gd name="connsiteX0" fmla="*/ 0 w 694153"/>
              <a:gd name="connsiteY0" fmla="*/ 0 h 1014745"/>
              <a:gd name="connsiteX1" fmla="*/ 588674 w 694153"/>
              <a:gd name="connsiteY1" fmla="*/ 1014746 h 1014745"/>
              <a:gd name="connsiteX2" fmla="*/ 694153 w 694153"/>
              <a:gd name="connsiteY2" fmla="*/ 832047 h 1014745"/>
              <a:gd name="connsiteX3" fmla="*/ 210969 w 694153"/>
              <a:gd name="connsiteY3" fmla="*/ 0 h 101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153" h="1014745">
                <a:moveTo>
                  <a:pt x="0" y="0"/>
                </a:moveTo>
                <a:lnTo>
                  <a:pt x="588674" y="1014746"/>
                </a:lnTo>
                <a:lnTo>
                  <a:pt x="694153" y="832047"/>
                </a:lnTo>
                <a:lnTo>
                  <a:pt x="210969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290" name="Freeform: Shape 289">
            <a:extLst>
              <a:ext uri="{FF2B5EF4-FFF2-40B4-BE49-F238E27FC236}">
                <a16:creationId xmlns:a16="http://schemas.microsoft.com/office/drawing/2014/main" id="{90E6B6FA-847E-E93B-D0FD-E59202A6C70F}"/>
              </a:ext>
            </a:extLst>
          </p:cNvPr>
          <p:cNvSpPr/>
          <p:nvPr/>
        </p:nvSpPr>
        <p:spPr>
          <a:xfrm>
            <a:off x="4789424" y="4860660"/>
            <a:ext cx="929814" cy="805228"/>
          </a:xfrm>
          <a:custGeom>
            <a:avLst/>
            <a:gdLst>
              <a:gd name="connsiteX0" fmla="*/ 524637 w 699516"/>
              <a:gd name="connsiteY0" fmla="*/ 0 h 605789"/>
              <a:gd name="connsiteX1" fmla="*/ 174879 w 699516"/>
              <a:gd name="connsiteY1" fmla="*/ 0 h 605789"/>
              <a:gd name="connsiteX2" fmla="*/ 0 w 699516"/>
              <a:gd name="connsiteY2" fmla="*/ 302895 h 605789"/>
              <a:gd name="connsiteX3" fmla="*/ 174879 w 699516"/>
              <a:gd name="connsiteY3" fmla="*/ 605790 h 605789"/>
              <a:gd name="connsiteX4" fmla="*/ 524637 w 699516"/>
              <a:gd name="connsiteY4" fmla="*/ 605790 h 605789"/>
              <a:gd name="connsiteX5" fmla="*/ 699516 w 699516"/>
              <a:gd name="connsiteY5" fmla="*/ 302895 h 605789"/>
              <a:gd name="connsiteX6" fmla="*/ 524637 w 699516"/>
              <a:gd name="connsiteY6" fmla="*/ 0 h 60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16" h="605789">
                <a:moveTo>
                  <a:pt x="524637" y="0"/>
                </a:moveTo>
                <a:lnTo>
                  <a:pt x="174879" y="0"/>
                </a:lnTo>
                <a:lnTo>
                  <a:pt x="0" y="302895"/>
                </a:lnTo>
                <a:lnTo>
                  <a:pt x="174879" y="605790"/>
                </a:lnTo>
                <a:lnTo>
                  <a:pt x="524637" y="605790"/>
                </a:lnTo>
                <a:lnTo>
                  <a:pt x="699516" y="302895"/>
                </a:lnTo>
                <a:lnTo>
                  <a:pt x="524637" y="0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pic>
        <p:nvPicPr>
          <p:cNvPr id="291" name="Graphic 290">
            <a:extLst>
              <a:ext uri="{FF2B5EF4-FFF2-40B4-BE49-F238E27FC236}">
                <a16:creationId xmlns:a16="http://schemas.microsoft.com/office/drawing/2014/main" id="{E7DB5156-9EFD-C1AD-A5BA-4E528B0D4B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4527" y="5034674"/>
            <a:ext cx="457200" cy="457200"/>
          </a:xfrm>
          <a:prstGeom prst="rect">
            <a:avLst/>
          </a:prstGeom>
        </p:spPr>
      </p:pic>
      <p:sp>
        <p:nvSpPr>
          <p:cNvPr id="296" name="TextBox 295">
            <a:extLst>
              <a:ext uri="{FF2B5EF4-FFF2-40B4-BE49-F238E27FC236}">
                <a16:creationId xmlns:a16="http://schemas.microsoft.com/office/drawing/2014/main" id="{9843E761-8AE6-C123-131E-B5413D09A2EE}"/>
              </a:ext>
            </a:extLst>
          </p:cNvPr>
          <p:cNvSpPr txBox="1"/>
          <p:nvPr/>
        </p:nvSpPr>
        <p:spPr>
          <a:xfrm>
            <a:off x="7980154" y="3851397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US" dirty="0">
                <a:solidFill>
                  <a:schemeClr val="accent1"/>
                </a:solidFill>
                <a:latin typeface="+mj-lt"/>
                <a:cs typeface="+mj-cs"/>
              </a:rPr>
              <a:t>2</a:t>
            </a:r>
            <a:endParaRPr lang="en-ID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999ECF3-4347-9D2F-0BE2-F30998464BBA}"/>
              </a:ext>
            </a:extLst>
          </p:cNvPr>
          <p:cNvSpPr txBox="1"/>
          <p:nvPr/>
        </p:nvSpPr>
        <p:spPr>
          <a:xfrm>
            <a:off x="7980154" y="4164472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Failed Assertions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71C94EFE-6849-C210-FEEE-69D69CB7D87B}"/>
              </a:ext>
            </a:extLst>
          </p:cNvPr>
          <p:cNvSpPr txBox="1"/>
          <p:nvPr/>
        </p:nvSpPr>
        <p:spPr>
          <a:xfrm>
            <a:off x="1470124" y="2865907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accent1"/>
                </a:solidFill>
                <a:latin typeface="+mj-lt"/>
                <a:cs typeface="+mj-cs"/>
              </a:rPr>
              <a:t>570</a:t>
            </a:r>
            <a:endParaRPr lang="en-ID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574D4D9-2B84-BDE9-4603-2EE329342DF1}"/>
              </a:ext>
            </a:extLst>
          </p:cNvPr>
          <p:cNvSpPr txBox="1"/>
          <p:nvPr/>
        </p:nvSpPr>
        <p:spPr>
          <a:xfrm>
            <a:off x="1554863" y="3178982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Assertions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3F1649DE-C70A-3E9B-84B5-0A4E7B8E1F51}"/>
              </a:ext>
            </a:extLst>
          </p:cNvPr>
          <p:cNvSpPr txBox="1"/>
          <p:nvPr/>
        </p:nvSpPr>
        <p:spPr>
          <a:xfrm>
            <a:off x="1470124" y="4740387"/>
            <a:ext cx="274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accent1"/>
                </a:solidFill>
                <a:latin typeface="+mj-lt"/>
                <a:cs typeface="+mj-cs"/>
              </a:rPr>
              <a:t>164ms</a:t>
            </a:r>
            <a:endParaRPr lang="en-ID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B57E790-D32C-27BA-7092-EF34CFE923AF}"/>
              </a:ext>
            </a:extLst>
          </p:cNvPr>
          <p:cNvSpPr txBox="1"/>
          <p:nvPr/>
        </p:nvSpPr>
        <p:spPr>
          <a:xfrm>
            <a:off x="1554863" y="5053462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Avg. Response Time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692169"/>
      </p:ext>
    </p:extLst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7053-EFEA-0DA3-B06A-64C99F1C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58">
            <a:extLst>
              <a:ext uri="{FF2B5EF4-FFF2-40B4-BE49-F238E27FC236}">
                <a16:creationId xmlns:a16="http://schemas.microsoft.com/office/drawing/2014/main" id="{B8AC2799-03C0-5414-29A6-B2BF4ABCAC7F}"/>
              </a:ext>
            </a:extLst>
          </p:cNvPr>
          <p:cNvSpPr txBox="1"/>
          <p:nvPr/>
        </p:nvSpPr>
        <p:spPr>
          <a:xfrm>
            <a:off x="1886643" y="300487"/>
            <a:ext cx="8418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Performance Testing - k6 Summary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0F8046-9649-75BE-F1B3-393EE1A693B8}"/>
              </a:ext>
            </a:extLst>
          </p:cNvPr>
          <p:cNvSpPr/>
          <p:nvPr/>
        </p:nvSpPr>
        <p:spPr>
          <a:xfrm flipH="1">
            <a:off x="5597820" y="2454504"/>
            <a:ext cx="1013745" cy="2434237"/>
          </a:xfrm>
          <a:custGeom>
            <a:avLst/>
            <a:gdLst>
              <a:gd name="connsiteX0" fmla="*/ 1013736 w 1013745"/>
              <a:gd name="connsiteY0" fmla="*/ 2434238 h 2434237"/>
              <a:gd name="connsiteX1" fmla="*/ 975636 w 1013745"/>
              <a:gd name="connsiteY1" fmla="*/ 2434238 h 2434237"/>
              <a:gd name="connsiteX2" fmla="*/ 975636 w 1013745"/>
              <a:gd name="connsiteY2" fmla="*/ 1764249 h 2434237"/>
              <a:gd name="connsiteX3" fmla="*/ 854821 w 1013745"/>
              <a:gd name="connsiteY3" fmla="*/ 1643424 h 2434237"/>
              <a:gd name="connsiteX4" fmla="*/ 0 w 1013745"/>
              <a:gd name="connsiteY4" fmla="*/ 1643424 h 2434237"/>
              <a:gd name="connsiteX5" fmla="*/ 0 w 1013745"/>
              <a:gd name="connsiteY5" fmla="*/ 970731 h 2434237"/>
              <a:gd name="connsiteX6" fmla="*/ 158915 w 1013745"/>
              <a:gd name="connsiteY6" fmla="*/ 811806 h 2434237"/>
              <a:gd name="connsiteX7" fmla="*/ 975646 w 1013745"/>
              <a:gd name="connsiteY7" fmla="*/ 811806 h 2434237"/>
              <a:gd name="connsiteX8" fmla="*/ 975646 w 1013745"/>
              <a:gd name="connsiteY8" fmla="*/ 158925 h 2434237"/>
              <a:gd name="connsiteX9" fmla="*/ 854831 w 1013745"/>
              <a:gd name="connsiteY9" fmla="*/ 38100 h 2434237"/>
              <a:gd name="connsiteX10" fmla="*/ 10249 w 1013745"/>
              <a:gd name="connsiteY10" fmla="*/ 38100 h 2434237"/>
              <a:gd name="connsiteX11" fmla="*/ 10249 w 1013745"/>
              <a:gd name="connsiteY11" fmla="*/ 0 h 2434237"/>
              <a:gd name="connsiteX12" fmla="*/ 854831 w 1013745"/>
              <a:gd name="connsiteY12" fmla="*/ 0 h 2434237"/>
              <a:gd name="connsiteX13" fmla="*/ 1013746 w 1013745"/>
              <a:gd name="connsiteY13" fmla="*/ 158925 h 2434237"/>
              <a:gd name="connsiteX14" fmla="*/ 1013746 w 1013745"/>
              <a:gd name="connsiteY14" fmla="*/ 849906 h 2434237"/>
              <a:gd name="connsiteX15" fmla="*/ 158915 w 1013745"/>
              <a:gd name="connsiteY15" fmla="*/ 849906 h 2434237"/>
              <a:gd name="connsiteX16" fmla="*/ 38100 w 1013745"/>
              <a:gd name="connsiteY16" fmla="*/ 970731 h 2434237"/>
              <a:gd name="connsiteX17" fmla="*/ 38100 w 1013745"/>
              <a:gd name="connsiteY17" fmla="*/ 1605324 h 2434237"/>
              <a:gd name="connsiteX18" fmla="*/ 854821 w 1013745"/>
              <a:gd name="connsiteY18" fmla="*/ 1605324 h 2434237"/>
              <a:gd name="connsiteX19" fmla="*/ 1013736 w 1013745"/>
              <a:gd name="connsiteY19" fmla="*/ 1764249 h 2434237"/>
              <a:gd name="connsiteX20" fmla="*/ 1013736 w 1013745"/>
              <a:gd name="connsiteY20" fmla="*/ 2434238 h 243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13745" h="2434237">
                <a:moveTo>
                  <a:pt x="1013736" y="2434238"/>
                </a:moveTo>
                <a:lnTo>
                  <a:pt x="975636" y="2434238"/>
                </a:lnTo>
                <a:lnTo>
                  <a:pt x="975636" y="1764249"/>
                </a:lnTo>
                <a:cubicBezTo>
                  <a:pt x="975636" y="1697631"/>
                  <a:pt x="921439" y="1643424"/>
                  <a:pt x="854821" y="1643424"/>
                </a:cubicBezTo>
                <a:lnTo>
                  <a:pt x="0" y="1643424"/>
                </a:lnTo>
                <a:lnTo>
                  <a:pt x="0" y="970731"/>
                </a:lnTo>
                <a:cubicBezTo>
                  <a:pt x="0" y="883101"/>
                  <a:pt x="71285" y="811806"/>
                  <a:pt x="158915" y="811806"/>
                </a:cubicBezTo>
                <a:lnTo>
                  <a:pt x="975646" y="811806"/>
                </a:lnTo>
                <a:lnTo>
                  <a:pt x="975646" y="158925"/>
                </a:lnTo>
                <a:cubicBezTo>
                  <a:pt x="975646" y="92307"/>
                  <a:pt x="921449" y="38100"/>
                  <a:pt x="854831" y="38100"/>
                </a:cubicBezTo>
                <a:lnTo>
                  <a:pt x="10249" y="38100"/>
                </a:lnTo>
                <a:lnTo>
                  <a:pt x="10249" y="0"/>
                </a:lnTo>
                <a:lnTo>
                  <a:pt x="854831" y="0"/>
                </a:lnTo>
                <a:cubicBezTo>
                  <a:pt x="942461" y="0"/>
                  <a:pt x="1013746" y="71295"/>
                  <a:pt x="1013746" y="158925"/>
                </a:cubicBezTo>
                <a:lnTo>
                  <a:pt x="1013746" y="849906"/>
                </a:lnTo>
                <a:lnTo>
                  <a:pt x="158915" y="849906"/>
                </a:lnTo>
                <a:cubicBezTo>
                  <a:pt x="92297" y="849906"/>
                  <a:pt x="38100" y="904113"/>
                  <a:pt x="38100" y="970731"/>
                </a:cubicBezTo>
                <a:lnTo>
                  <a:pt x="38100" y="1605324"/>
                </a:lnTo>
                <a:lnTo>
                  <a:pt x="854821" y="1605324"/>
                </a:lnTo>
                <a:cubicBezTo>
                  <a:pt x="942451" y="1605324"/>
                  <a:pt x="1013736" y="1676610"/>
                  <a:pt x="1013736" y="1764249"/>
                </a:cubicBezTo>
                <a:lnTo>
                  <a:pt x="1013736" y="243423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1CB5BC37-7AF2-F81B-330F-4946A1E67714}"/>
              </a:ext>
            </a:extLst>
          </p:cNvPr>
          <p:cNvSpPr/>
          <p:nvPr/>
        </p:nvSpPr>
        <p:spPr>
          <a:xfrm flipH="1">
            <a:off x="6511732" y="1932317"/>
            <a:ext cx="2106056" cy="960891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9CE7A3A1-0D1A-A3CA-6105-39538C23C7D5}"/>
              </a:ext>
            </a:extLst>
          </p:cNvPr>
          <p:cNvSpPr/>
          <p:nvPr/>
        </p:nvSpPr>
        <p:spPr>
          <a:xfrm>
            <a:off x="6063392" y="1858045"/>
            <a:ext cx="1209225" cy="1093313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60241D15-7791-752C-D329-7A2212C40F88}"/>
              </a:ext>
            </a:extLst>
          </p:cNvPr>
          <p:cNvSpPr/>
          <p:nvPr/>
        </p:nvSpPr>
        <p:spPr>
          <a:xfrm>
            <a:off x="6202767" y="2019564"/>
            <a:ext cx="890714" cy="805333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614457E-280E-9AAD-6B08-EB5F4AFADBBE}"/>
              </a:ext>
            </a:extLst>
          </p:cNvPr>
          <p:cNvSpPr txBox="1"/>
          <p:nvPr/>
        </p:nvSpPr>
        <p:spPr>
          <a:xfrm flipH="1">
            <a:off x="7336877" y="2149279"/>
            <a:ext cx="97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172ms</a:t>
            </a:r>
            <a:endParaRPr lang="en-ID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1A87778-5C0C-C2B9-902A-F4BF7A23A678}"/>
              </a:ext>
            </a:extLst>
          </p:cNvPr>
          <p:cNvSpPr txBox="1"/>
          <p:nvPr/>
        </p:nvSpPr>
        <p:spPr>
          <a:xfrm flipH="1">
            <a:off x="7182985" y="2457248"/>
            <a:ext cx="13283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Avg. Response Time</a:t>
            </a:r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7718A825-A362-DAF6-171C-7DC8CC32D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2965" y="2188126"/>
            <a:ext cx="457200" cy="457200"/>
          </a:xfrm>
          <a:prstGeom prst="rect">
            <a:avLst/>
          </a:prstGeom>
        </p:spPr>
      </p:pic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5010D347-A18C-7057-636B-0AC4DB94A87A}"/>
              </a:ext>
            </a:extLst>
          </p:cNvPr>
          <p:cNvSpPr/>
          <p:nvPr/>
        </p:nvSpPr>
        <p:spPr>
          <a:xfrm>
            <a:off x="3510952" y="2924356"/>
            <a:ext cx="2181724" cy="983992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31153224-8255-86B8-7272-B1CAEDB14BDE}"/>
              </a:ext>
            </a:extLst>
          </p:cNvPr>
          <p:cNvSpPr/>
          <p:nvPr/>
        </p:nvSpPr>
        <p:spPr>
          <a:xfrm flipH="1">
            <a:off x="4929458" y="2846900"/>
            <a:ext cx="1211558" cy="1119597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F3AEBDF9-54F6-910C-D3FE-930375F01107}"/>
              </a:ext>
            </a:extLst>
          </p:cNvPr>
          <p:cNvSpPr/>
          <p:nvPr/>
        </p:nvSpPr>
        <p:spPr>
          <a:xfrm flipH="1">
            <a:off x="5109210" y="3015342"/>
            <a:ext cx="892432" cy="824694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119B5F6-F247-3952-2A55-B4AEEFA34223}"/>
              </a:ext>
            </a:extLst>
          </p:cNvPr>
          <p:cNvSpPr txBox="1"/>
          <p:nvPr/>
        </p:nvSpPr>
        <p:spPr>
          <a:xfrm>
            <a:off x="3859824" y="3166046"/>
            <a:ext cx="1146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264ms</a:t>
            </a:r>
            <a:endParaRPr lang="en-ID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90795A2-4558-D1A0-BA93-B10EE9213966}"/>
              </a:ext>
            </a:extLst>
          </p:cNvPr>
          <p:cNvSpPr txBox="1"/>
          <p:nvPr/>
        </p:nvSpPr>
        <p:spPr>
          <a:xfrm>
            <a:off x="3796875" y="3478227"/>
            <a:ext cx="12858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p95 Response Time</a:t>
            </a:r>
            <a:endParaRPr lang="en-ID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5" name="Graphic 174">
            <a:extLst>
              <a:ext uri="{FF2B5EF4-FFF2-40B4-BE49-F238E27FC236}">
                <a16:creationId xmlns:a16="http://schemas.microsoft.com/office/drawing/2014/main" id="{662B3C3F-58ED-B7C1-550D-1E068FFAF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326826" y="3199089"/>
            <a:ext cx="457200" cy="457200"/>
          </a:xfrm>
          <a:prstGeom prst="rect">
            <a:avLst/>
          </a:prstGeom>
        </p:spPr>
      </p:pic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40DCB544-063E-D1E2-1DD4-CEC25838DC7B}"/>
              </a:ext>
            </a:extLst>
          </p:cNvPr>
          <p:cNvSpPr/>
          <p:nvPr/>
        </p:nvSpPr>
        <p:spPr>
          <a:xfrm flipH="1">
            <a:off x="6511733" y="3830128"/>
            <a:ext cx="1899021" cy="986567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3451E8D8-50DF-2D89-5E92-069B228328CF}"/>
              </a:ext>
            </a:extLst>
          </p:cNvPr>
          <p:cNvSpPr/>
          <p:nvPr/>
        </p:nvSpPr>
        <p:spPr>
          <a:xfrm>
            <a:off x="6063392" y="3752318"/>
            <a:ext cx="1299431" cy="1122527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FB81ADB3-1E48-EB47-7E7E-20AF48201380}"/>
              </a:ext>
            </a:extLst>
          </p:cNvPr>
          <p:cNvSpPr/>
          <p:nvPr/>
        </p:nvSpPr>
        <p:spPr>
          <a:xfrm>
            <a:off x="6202766" y="3921532"/>
            <a:ext cx="957159" cy="826852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6FF1577-F5C7-B8FB-4139-A4F36D9D2BCF}"/>
              </a:ext>
            </a:extLst>
          </p:cNvPr>
          <p:cNvSpPr txBox="1"/>
          <p:nvPr/>
        </p:nvSpPr>
        <p:spPr>
          <a:xfrm flipH="1">
            <a:off x="7327892" y="4061530"/>
            <a:ext cx="73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0%</a:t>
            </a:r>
            <a:endParaRPr lang="en-ID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4BED2CF-0C5C-6CB6-E980-4EDD26275EE4}"/>
              </a:ext>
            </a:extLst>
          </p:cNvPr>
          <p:cNvSpPr txBox="1"/>
          <p:nvPr/>
        </p:nvSpPr>
        <p:spPr>
          <a:xfrm flipH="1">
            <a:off x="7259727" y="4374180"/>
            <a:ext cx="9154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Error Rate</a:t>
            </a:r>
            <a:endParaRPr lang="en-ID" sz="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83" name="Graphic 182">
            <a:extLst>
              <a:ext uri="{FF2B5EF4-FFF2-40B4-BE49-F238E27FC236}">
                <a16:creationId xmlns:a16="http://schemas.microsoft.com/office/drawing/2014/main" id="{CD2E22E5-4A76-FC26-5A7E-5E05E6880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527078" y="4220904"/>
            <a:ext cx="306744" cy="306744"/>
          </a:xfrm>
          <a:prstGeom prst="rect">
            <a:avLst/>
          </a:prstGeom>
        </p:spPr>
      </p:pic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52F3165F-87FA-39B0-8122-9A7F75F08845}"/>
              </a:ext>
            </a:extLst>
          </p:cNvPr>
          <p:cNvSpPr/>
          <p:nvPr/>
        </p:nvSpPr>
        <p:spPr>
          <a:xfrm>
            <a:off x="3717985" y="4784386"/>
            <a:ext cx="2558968" cy="1001684"/>
          </a:xfrm>
          <a:custGeom>
            <a:avLst/>
            <a:gdLst>
              <a:gd name="connsiteX0" fmla="*/ 304238 w 1546574"/>
              <a:gd name="connsiteY0" fmla="*/ 0 h 843915"/>
              <a:gd name="connsiteX1" fmla="*/ 1242327 w 1546574"/>
              <a:gd name="connsiteY1" fmla="*/ 0 h 843915"/>
              <a:gd name="connsiteX2" fmla="*/ 1366542 w 1546574"/>
              <a:gd name="connsiteY2" fmla="*/ 71714 h 843915"/>
              <a:gd name="connsiteX3" fmla="*/ 1527353 w 1546574"/>
              <a:gd name="connsiteY3" fmla="*/ 350244 h 843915"/>
              <a:gd name="connsiteX4" fmla="*/ 1546565 w 1546574"/>
              <a:gd name="connsiteY4" fmla="*/ 421957 h 843915"/>
              <a:gd name="connsiteX5" fmla="*/ 1546574 w 1546574"/>
              <a:gd name="connsiteY5" fmla="*/ 421957 h 843915"/>
              <a:gd name="connsiteX6" fmla="*/ 1527362 w 1546574"/>
              <a:gd name="connsiteY6" fmla="*/ 493671 h 843915"/>
              <a:gd name="connsiteX7" fmla="*/ 1366552 w 1546574"/>
              <a:gd name="connsiteY7" fmla="*/ 772201 h 843915"/>
              <a:gd name="connsiteX8" fmla="*/ 1242336 w 1546574"/>
              <a:gd name="connsiteY8" fmla="*/ 843915 h 843915"/>
              <a:gd name="connsiteX9" fmla="*/ 304238 w 1546574"/>
              <a:gd name="connsiteY9" fmla="*/ 843915 h 843915"/>
              <a:gd name="connsiteX10" fmla="*/ 180023 w 1546574"/>
              <a:gd name="connsiteY10" fmla="*/ 772201 h 843915"/>
              <a:gd name="connsiteX11" fmla="*/ 19212 w 1546574"/>
              <a:gd name="connsiteY11" fmla="*/ 493671 h 843915"/>
              <a:gd name="connsiteX12" fmla="*/ 0 w 1546574"/>
              <a:gd name="connsiteY12" fmla="*/ 421957 h 843915"/>
              <a:gd name="connsiteX13" fmla="*/ 19212 w 1546574"/>
              <a:gd name="connsiteY13" fmla="*/ 350244 h 843915"/>
              <a:gd name="connsiteX14" fmla="*/ 180023 w 1546574"/>
              <a:gd name="connsiteY14" fmla="*/ 71714 h 843915"/>
              <a:gd name="connsiteX15" fmla="*/ 304238 w 1546574"/>
              <a:gd name="connsiteY15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6574" h="843915">
                <a:moveTo>
                  <a:pt x="304238" y="0"/>
                </a:moveTo>
                <a:lnTo>
                  <a:pt x="1242327" y="0"/>
                </a:lnTo>
                <a:cubicBezTo>
                  <a:pt x="1293571" y="0"/>
                  <a:pt x="1340920" y="27337"/>
                  <a:pt x="1366542" y="71714"/>
                </a:cubicBezTo>
                <a:lnTo>
                  <a:pt x="1527353" y="350244"/>
                </a:lnTo>
                <a:cubicBezTo>
                  <a:pt x="1540154" y="372428"/>
                  <a:pt x="1546565" y="397193"/>
                  <a:pt x="1546565" y="421957"/>
                </a:cubicBezTo>
                <a:lnTo>
                  <a:pt x="1546574" y="421957"/>
                </a:lnTo>
                <a:cubicBezTo>
                  <a:pt x="1546574" y="446722"/>
                  <a:pt x="1540174" y="471487"/>
                  <a:pt x="1527362" y="493671"/>
                </a:cubicBezTo>
                <a:lnTo>
                  <a:pt x="1366552" y="772201"/>
                </a:lnTo>
                <a:cubicBezTo>
                  <a:pt x="1340930" y="816578"/>
                  <a:pt x="1293581" y="843915"/>
                  <a:pt x="1242336" y="843915"/>
                </a:cubicBezTo>
                <a:lnTo>
                  <a:pt x="304238" y="843915"/>
                </a:lnTo>
                <a:cubicBezTo>
                  <a:pt x="252994" y="843915"/>
                  <a:pt x="205645" y="816578"/>
                  <a:pt x="180023" y="772201"/>
                </a:cubicBezTo>
                <a:lnTo>
                  <a:pt x="19212" y="493671"/>
                </a:lnTo>
                <a:cubicBezTo>
                  <a:pt x="6401" y="471478"/>
                  <a:pt x="0" y="446713"/>
                  <a:pt x="0" y="421957"/>
                </a:cubicBezTo>
                <a:cubicBezTo>
                  <a:pt x="0" y="397193"/>
                  <a:pt x="6401" y="372428"/>
                  <a:pt x="19212" y="350244"/>
                </a:cubicBezTo>
                <a:lnTo>
                  <a:pt x="180023" y="71714"/>
                </a:lnTo>
                <a:cubicBezTo>
                  <a:pt x="205645" y="27337"/>
                  <a:pt x="252994" y="0"/>
                  <a:pt x="3042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ID"/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A07DEC92-61F3-DCCA-12BA-1E246A2E2E9C}"/>
              </a:ext>
            </a:extLst>
          </p:cNvPr>
          <p:cNvSpPr/>
          <p:nvPr/>
        </p:nvSpPr>
        <p:spPr>
          <a:xfrm flipH="1">
            <a:off x="5082752" y="4726234"/>
            <a:ext cx="1318048" cy="1139727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53B1274E-24F1-631B-CA4C-69BE7C94910B}"/>
              </a:ext>
            </a:extLst>
          </p:cNvPr>
          <p:cNvSpPr/>
          <p:nvPr/>
        </p:nvSpPr>
        <p:spPr>
          <a:xfrm flipH="1">
            <a:off x="5222125" y="4852696"/>
            <a:ext cx="970873" cy="839522"/>
          </a:xfrm>
          <a:custGeom>
            <a:avLst/>
            <a:gdLst>
              <a:gd name="connsiteX0" fmla="*/ 625844 w 930087"/>
              <a:gd name="connsiteY0" fmla="*/ 0 h 843915"/>
              <a:gd name="connsiteX1" fmla="*/ 465053 w 930087"/>
              <a:gd name="connsiteY1" fmla="*/ 0 h 843915"/>
              <a:gd name="connsiteX2" fmla="*/ 465034 w 930087"/>
              <a:gd name="connsiteY2" fmla="*/ 0 h 843915"/>
              <a:gd name="connsiteX3" fmla="*/ 304243 w 930087"/>
              <a:gd name="connsiteY3" fmla="*/ 0 h 843915"/>
              <a:gd name="connsiteX4" fmla="*/ 180027 w 930087"/>
              <a:gd name="connsiteY4" fmla="*/ 71714 h 843915"/>
              <a:gd name="connsiteX5" fmla="*/ 19217 w 930087"/>
              <a:gd name="connsiteY5" fmla="*/ 350244 h 843915"/>
              <a:gd name="connsiteX6" fmla="*/ 19217 w 930087"/>
              <a:gd name="connsiteY6" fmla="*/ 493671 h 843915"/>
              <a:gd name="connsiteX7" fmla="*/ 180027 w 930087"/>
              <a:gd name="connsiteY7" fmla="*/ 772201 h 843915"/>
              <a:gd name="connsiteX8" fmla="*/ 304243 w 930087"/>
              <a:gd name="connsiteY8" fmla="*/ 843915 h 843915"/>
              <a:gd name="connsiteX9" fmla="*/ 465034 w 930087"/>
              <a:gd name="connsiteY9" fmla="*/ 843915 h 843915"/>
              <a:gd name="connsiteX10" fmla="*/ 465053 w 930087"/>
              <a:gd name="connsiteY10" fmla="*/ 843915 h 843915"/>
              <a:gd name="connsiteX11" fmla="*/ 625844 w 930087"/>
              <a:gd name="connsiteY11" fmla="*/ 843915 h 843915"/>
              <a:gd name="connsiteX12" fmla="*/ 750060 w 930087"/>
              <a:gd name="connsiteY12" fmla="*/ 772201 h 843915"/>
              <a:gd name="connsiteX13" fmla="*/ 910870 w 930087"/>
              <a:gd name="connsiteY13" fmla="*/ 493671 h 843915"/>
              <a:gd name="connsiteX14" fmla="*/ 910870 w 930087"/>
              <a:gd name="connsiteY14" fmla="*/ 350244 h 843915"/>
              <a:gd name="connsiteX15" fmla="*/ 750060 w 930087"/>
              <a:gd name="connsiteY15" fmla="*/ 71714 h 843915"/>
              <a:gd name="connsiteX16" fmla="*/ 625844 w 930087"/>
              <a:gd name="connsiteY16" fmla="*/ 0 h 84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30087" h="843915">
                <a:moveTo>
                  <a:pt x="625844" y="0"/>
                </a:moveTo>
                <a:lnTo>
                  <a:pt x="465053" y="0"/>
                </a:lnTo>
                <a:lnTo>
                  <a:pt x="465034" y="0"/>
                </a:lnTo>
                <a:lnTo>
                  <a:pt x="304243" y="0"/>
                </a:lnTo>
                <a:cubicBezTo>
                  <a:pt x="252998" y="0"/>
                  <a:pt x="205640" y="27337"/>
                  <a:pt x="180027" y="71714"/>
                </a:cubicBezTo>
                <a:lnTo>
                  <a:pt x="19217" y="350244"/>
                </a:lnTo>
                <a:cubicBezTo>
                  <a:pt x="-6406" y="394621"/>
                  <a:pt x="-6406" y="449294"/>
                  <a:pt x="19217" y="493671"/>
                </a:cubicBezTo>
                <a:lnTo>
                  <a:pt x="180027" y="772201"/>
                </a:lnTo>
                <a:cubicBezTo>
                  <a:pt x="205650" y="816578"/>
                  <a:pt x="252998" y="843915"/>
                  <a:pt x="304243" y="843915"/>
                </a:cubicBezTo>
                <a:lnTo>
                  <a:pt x="465034" y="843915"/>
                </a:lnTo>
                <a:lnTo>
                  <a:pt x="465053" y="843915"/>
                </a:lnTo>
                <a:lnTo>
                  <a:pt x="625844" y="843915"/>
                </a:lnTo>
                <a:cubicBezTo>
                  <a:pt x="677089" y="843915"/>
                  <a:pt x="724437" y="816578"/>
                  <a:pt x="750060" y="772201"/>
                </a:cubicBezTo>
                <a:lnTo>
                  <a:pt x="910870" y="493671"/>
                </a:lnTo>
                <a:cubicBezTo>
                  <a:pt x="936493" y="449294"/>
                  <a:pt x="936493" y="394621"/>
                  <a:pt x="910870" y="350244"/>
                </a:cubicBezTo>
                <a:lnTo>
                  <a:pt x="750060" y="71714"/>
                </a:lnTo>
                <a:cubicBezTo>
                  <a:pt x="724447" y="27337"/>
                  <a:pt x="677089" y="0"/>
                  <a:pt x="625844" y="0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  <a:effectLst>
            <a:outerShdw blurRad="203200" dist="101600" dir="2700000" sx="98000" sy="98000" algn="tl" rotWithShape="0">
              <a:schemeClr val="accent1">
                <a:alpha val="7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ID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9D55A47-B95A-EFE2-3FDA-2B818BB10BB1}"/>
              </a:ext>
            </a:extLst>
          </p:cNvPr>
          <p:cNvSpPr txBox="1"/>
          <p:nvPr/>
        </p:nvSpPr>
        <p:spPr>
          <a:xfrm>
            <a:off x="4198464" y="5048561"/>
            <a:ext cx="745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23</a:t>
            </a:r>
            <a:endParaRPr lang="en-ID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576C60C-A785-E3D8-B23E-C055E23EAFF3}"/>
              </a:ext>
            </a:extLst>
          </p:cNvPr>
          <p:cNvSpPr txBox="1"/>
          <p:nvPr/>
        </p:nvSpPr>
        <p:spPr>
          <a:xfrm>
            <a:off x="3883136" y="5366858"/>
            <a:ext cx="13343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Max Virtual Users</a:t>
            </a:r>
            <a:endParaRPr lang="en-ID" sz="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1" name="Graphic 190">
            <a:extLst>
              <a:ext uri="{FF2B5EF4-FFF2-40B4-BE49-F238E27FC236}">
                <a16:creationId xmlns:a16="http://schemas.microsoft.com/office/drawing/2014/main" id="{75A0AEC9-0CCB-2E0D-287E-4F6D27FEB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4076" y="506168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18632"/>
      </p:ext>
    </p:extLst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25F3-6D61-F842-3988-D7885DBD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Box 451">
            <a:extLst>
              <a:ext uri="{FF2B5EF4-FFF2-40B4-BE49-F238E27FC236}">
                <a16:creationId xmlns:a16="http://schemas.microsoft.com/office/drawing/2014/main" id="{DE26424A-706D-0C16-276E-177C3A61CFB7}"/>
              </a:ext>
            </a:extLst>
          </p:cNvPr>
          <p:cNvSpPr txBox="1"/>
          <p:nvPr/>
        </p:nvSpPr>
        <p:spPr>
          <a:xfrm flipH="1">
            <a:off x="301928" y="699134"/>
            <a:ext cx="879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UI Automation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023B2A0E-0FBD-698F-3054-6DA2FBE243A4}"/>
              </a:ext>
            </a:extLst>
          </p:cNvPr>
          <p:cNvSpPr txBox="1"/>
          <p:nvPr/>
        </p:nvSpPr>
        <p:spPr>
          <a:xfrm flipH="1">
            <a:off x="377486" y="1892706"/>
            <a:ext cx="294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Technology Stack</a:t>
            </a:r>
          </a:p>
        </p:txBody>
      </p:sp>
      <p:sp>
        <p:nvSpPr>
          <p:cNvPr id="466" name="Rectangle: Rounded Corners 465">
            <a:extLst>
              <a:ext uri="{FF2B5EF4-FFF2-40B4-BE49-F238E27FC236}">
                <a16:creationId xmlns:a16="http://schemas.microsoft.com/office/drawing/2014/main" id="{51F0B0FC-F1A0-394C-A01E-8A53CD8A2CF4}"/>
              </a:ext>
            </a:extLst>
          </p:cNvPr>
          <p:cNvSpPr/>
          <p:nvPr/>
        </p:nvSpPr>
        <p:spPr>
          <a:xfrm flipH="1">
            <a:off x="377485" y="2408027"/>
            <a:ext cx="3165653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B0D7B0D4-C82A-FD92-BFE9-5B4A8803E626}"/>
              </a:ext>
            </a:extLst>
          </p:cNvPr>
          <p:cNvSpPr txBox="1"/>
          <p:nvPr/>
        </p:nvSpPr>
        <p:spPr>
          <a:xfrm flipH="1">
            <a:off x="1064575" y="2642450"/>
            <a:ext cx="2478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Selenium WebDriver (Java)</a:t>
            </a:r>
          </a:p>
        </p:txBody>
      </p:sp>
      <p:sp>
        <p:nvSpPr>
          <p:cNvPr id="468" name="Freeform: Shape 467">
            <a:extLst>
              <a:ext uri="{FF2B5EF4-FFF2-40B4-BE49-F238E27FC236}">
                <a16:creationId xmlns:a16="http://schemas.microsoft.com/office/drawing/2014/main" id="{EDEA05A8-2C83-1410-319A-CA15390BFA6B}"/>
              </a:ext>
            </a:extLst>
          </p:cNvPr>
          <p:cNvSpPr/>
          <p:nvPr/>
        </p:nvSpPr>
        <p:spPr>
          <a:xfrm flipH="1">
            <a:off x="491628" y="2510281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469" name="Graphic 468">
            <a:extLst>
              <a:ext uri="{FF2B5EF4-FFF2-40B4-BE49-F238E27FC236}">
                <a16:creationId xmlns:a16="http://schemas.microsoft.com/office/drawing/2014/main" id="{F4EF74CE-AB38-BE1C-7D32-3A485832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2656270"/>
            <a:ext cx="213724" cy="21372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8EEB3F-1843-4D8E-456C-69FDA98CFA19}"/>
              </a:ext>
            </a:extLst>
          </p:cNvPr>
          <p:cNvSpPr/>
          <p:nvPr/>
        </p:nvSpPr>
        <p:spPr>
          <a:xfrm flipH="1">
            <a:off x="377486" y="3257312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B4B98-18FE-8F86-6623-A0D84D5CA2A8}"/>
              </a:ext>
            </a:extLst>
          </p:cNvPr>
          <p:cNvSpPr txBox="1"/>
          <p:nvPr/>
        </p:nvSpPr>
        <p:spPr>
          <a:xfrm flipH="1">
            <a:off x="1064575" y="3491735"/>
            <a:ext cx="1789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Page Object Model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7A632B8-3C31-57CA-79C3-344CB5E4EA76}"/>
              </a:ext>
            </a:extLst>
          </p:cNvPr>
          <p:cNvSpPr/>
          <p:nvPr/>
        </p:nvSpPr>
        <p:spPr>
          <a:xfrm flipH="1">
            <a:off x="491628" y="3359566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A58F71D-5CCF-2348-D0AF-FAE06B74D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3505555"/>
            <a:ext cx="213724" cy="2137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67CCEF-DE98-FA6C-8A7C-0642A14E4744}"/>
              </a:ext>
            </a:extLst>
          </p:cNvPr>
          <p:cNvSpPr txBox="1"/>
          <p:nvPr/>
        </p:nvSpPr>
        <p:spPr>
          <a:xfrm flipH="1">
            <a:off x="377485" y="4312968"/>
            <a:ext cx="294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Technology Stack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91187E-A39B-7FD8-0967-4527B6500B06}"/>
              </a:ext>
            </a:extLst>
          </p:cNvPr>
          <p:cNvSpPr/>
          <p:nvPr/>
        </p:nvSpPr>
        <p:spPr>
          <a:xfrm flipH="1">
            <a:off x="377485" y="4789575"/>
            <a:ext cx="3165653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1AE42-6ACB-6936-462F-3A69076EC512}"/>
              </a:ext>
            </a:extLst>
          </p:cNvPr>
          <p:cNvSpPr txBox="1"/>
          <p:nvPr/>
        </p:nvSpPr>
        <p:spPr>
          <a:xfrm flipH="1">
            <a:off x="1064575" y="5023998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Login Flow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2DEFBF-1F1C-779F-14DA-DC28A6C2C056}"/>
              </a:ext>
            </a:extLst>
          </p:cNvPr>
          <p:cNvSpPr/>
          <p:nvPr/>
        </p:nvSpPr>
        <p:spPr>
          <a:xfrm flipH="1">
            <a:off x="491628" y="4891829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9519F2-5272-444F-9719-81CE250CF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5037818"/>
            <a:ext cx="213724" cy="21372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5A2534-6818-ED2C-8D7E-AF959A500232}"/>
              </a:ext>
            </a:extLst>
          </p:cNvPr>
          <p:cNvSpPr/>
          <p:nvPr/>
        </p:nvSpPr>
        <p:spPr>
          <a:xfrm flipH="1">
            <a:off x="3825316" y="4789575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EE29A-92D6-3D0A-B0C6-68557FDBD05B}"/>
              </a:ext>
            </a:extLst>
          </p:cNvPr>
          <p:cNvSpPr txBox="1"/>
          <p:nvPr/>
        </p:nvSpPr>
        <p:spPr>
          <a:xfrm flipH="1">
            <a:off x="4512405" y="5023998"/>
            <a:ext cx="1691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Product Browsing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395AE-0BE8-BFE5-AC3E-02BAADE4F0F3}"/>
              </a:ext>
            </a:extLst>
          </p:cNvPr>
          <p:cNvSpPr/>
          <p:nvPr/>
        </p:nvSpPr>
        <p:spPr>
          <a:xfrm flipH="1">
            <a:off x="3939458" y="4891829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2141AFD-F594-E162-1C8A-51BA1FCB91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149" y="5023998"/>
            <a:ext cx="274320" cy="27432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2B4AFE-36F4-7E71-19A4-C713A0F77783}"/>
              </a:ext>
            </a:extLst>
          </p:cNvPr>
          <p:cNvSpPr/>
          <p:nvPr/>
        </p:nvSpPr>
        <p:spPr>
          <a:xfrm flipH="1">
            <a:off x="377485" y="5764151"/>
            <a:ext cx="3165653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32FC4-E58A-F5FD-85D6-301CAA037A16}"/>
              </a:ext>
            </a:extLst>
          </p:cNvPr>
          <p:cNvSpPr txBox="1"/>
          <p:nvPr/>
        </p:nvSpPr>
        <p:spPr>
          <a:xfrm flipH="1">
            <a:off x="1064575" y="5998574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Add to Cart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3491BC-5889-A14D-4B36-F0D6EF586C7F}"/>
              </a:ext>
            </a:extLst>
          </p:cNvPr>
          <p:cNvSpPr/>
          <p:nvPr/>
        </p:nvSpPr>
        <p:spPr>
          <a:xfrm flipH="1">
            <a:off x="491628" y="5866405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EA528B30-B4B9-87B4-317C-F572A6323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17" y="6012394"/>
            <a:ext cx="213724" cy="213724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BB7D38-A415-CD49-6ED2-A1DEA08F82F9}"/>
              </a:ext>
            </a:extLst>
          </p:cNvPr>
          <p:cNvSpPr/>
          <p:nvPr/>
        </p:nvSpPr>
        <p:spPr>
          <a:xfrm flipH="1">
            <a:off x="3825316" y="5764151"/>
            <a:ext cx="2781358" cy="7453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79400" dist="1524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7F4BAD-B2E8-E009-A6D2-A55859198BB1}"/>
              </a:ext>
            </a:extLst>
          </p:cNvPr>
          <p:cNvSpPr txBox="1"/>
          <p:nvPr/>
        </p:nvSpPr>
        <p:spPr>
          <a:xfrm flipH="1">
            <a:off x="4512405" y="5998574"/>
            <a:ext cx="1699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Checkout Process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174053-B94F-E27A-01B0-D81A7825AE10}"/>
              </a:ext>
            </a:extLst>
          </p:cNvPr>
          <p:cNvSpPr/>
          <p:nvPr/>
        </p:nvSpPr>
        <p:spPr>
          <a:xfrm flipH="1">
            <a:off x="3939458" y="5866405"/>
            <a:ext cx="505702" cy="505702"/>
          </a:xfrm>
          <a:custGeom>
            <a:avLst/>
            <a:gdLst>
              <a:gd name="connsiteX0" fmla="*/ 1202766 w 1202765"/>
              <a:gd name="connsiteY0" fmla="*/ 601383 h 1202765"/>
              <a:gd name="connsiteX1" fmla="*/ 601383 w 1202765"/>
              <a:gd name="connsiteY1" fmla="*/ 1202766 h 1202765"/>
              <a:gd name="connsiteX2" fmla="*/ 0 w 1202765"/>
              <a:gd name="connsiteY2" fmla="*/ 601383 h 1202765"/>
              <a:gd name="connsiteX3" fmla="*/ 601383 w 1202765"/>
              <a:gd name="connsiteY3" fmla="*/ 0 h 1202765"/>
              <a:gd name="connsiteX4" fmla="*/ 1202766 w 1202765"/>
              <a:gd name="connsiteY4" fmla="*/ 601383 h 120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2765" h="1202765">
                <a:moveTo>
                  <a:pt x="1202766" y="601383"/>
                </a:moveTo>
                <a:cubicBezTo>
                  <a:pt x="1202766" y="933517"/>
                  <a:pt x="933517" y="1202766"/>
                  <a:pt x="601383" y="1202766"/>
                </a:cubicBezTo>
                <a:cubicBezTo>
                  <a:pt x="269248" y="1202766"/>
                  <a:pt x="0" y="933517"/>
                  <a:pt x="0" y="601383"/>
                </a:cubicBezTo>
                <a:cubicBezTo>
                  <a:pt x="0" y="269248"/>
                  <a:pt x="269248" y="0"/>
                  <a:pt x="601383" y="0"/>
                </a:cubicBezTo>
                <a:cubicBezTo>
                  <a:pt x="933518" y="0"/>
                  <a:pt x="1202766" y="269248"/>
                  <a:pt x="1202766" y="6013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C58CBF8-0865-B726-45EE-BF74AA3259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5447" y="6012394"/>
            <a:ext cx="213724" cy="2137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E1B0B14-21F5-6D2F-CF59-DB51956016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3801" y="2132409"/>
            <a:ext cx="4506571" cy="3588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5690936"/>
      </p:ext>
    </p:extLst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B3B45-F854-E35E-6704-470FC8BA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C51019-FE86-D480-7FF3-EAB934FFAC80}"/>
              </a:ext>
            </a:extLst>
          </p:cNvPr>
          <p:cNvSpPr txBox="1"/>
          <p:nvPr/>
        </p:nvSpPr>
        <p:spPr>
          <a:xfrm>
            <a:off x="2485075" y="300487"/>
            <a:ext cx="722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Impact &amp; Next Steps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A9305B-DD1D-1D66-E5B6-61BA20C02E2F}"/>
              </a:ext>
            </a:extLst>
          </p:cNvPr>
          <p:cNvGrpSpPr/>
          <p:nvPr/>
        </p:nvGrpSpPr>
        <p:grpSpPr>
          <a:xfrm flipH="1">
            <a:off x="4625596" y="2289066"/>
            <a:ext cx="3306702" cy="3430756"/>
            <a:chOff x="4225003" y="1807241"/>
            <a:chExt cx="3605213" cy="37404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66172ED-6789-6B7F-EC24-4B18745193C7}"/>
                </a:ext>
              </a:extLst>
            </p:cNvPr>
            <p:cNvSpPr/>
            <p:nvPr/>
          </p:nvSpPr>
          <p:spPr>
            <a:xfrm>
              <a:off x="5369337" y="1807241"/>
              <a:ext cx="1316545" cy="1140237"/>
            </a:xfrm>
            <a:custGeom>
              <a:avLst/>
              <a:gdLst>
                <a:gd name="connsiteX0" fmla="*/ 329089 w 1316545"/>
                <a:gd name="connsiteY0" fmla="*/ 1140238 h 1140237"/>
                <a:gd name="connsiteX1" fmla="*/ 0 w 1316545"/>
                <a:gd name="connsiteY1" fmla="*/ 570071 h 1140237"/>
                <a:gd name="connsiteX2" fmla="*/ 329089 w 1316545"/>
                <a:gd name="connsiteY2" fmla="*/ 0 h 1140237"/>
                <a:gd name="connsiteX3" fmla="*/ 987457 w 1316545"/>
                <a:gd name="connsiteY3" fmla="*/ 0 h 1140237"/>
                <a:gd name="connsiteX4" fmla="*/ 1316545 w 1316545"/>
                <a:gd name="connsiteY4" fmla="*/ 570071 h 1140237"/>
                <a:gd name="connsiteX5" fmla="*/ 987457 w 1316545"/>
                <a:gd name="connsiteY5" fmla="*/ 1140238 h 1140237"/>
                <a:gd name="connsiteX6" fmla="*/ 329089 w 1316545"/>
                <a:gd name="connsiteY6" fmla="*/ 1140238 h 114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6545" h="1140237">
                  <a:moveTo>
                    <a:pt x="329089" y="1140238"/>
                  </a:moveTo>
                  <a:lnTo>
                    <a:pt x="0" y="570071"/>
                  </a:lnTo>
                  <a:lnTo>
                    <a:pt x="329089" y="0"/>
                  </a:lnTo>
                  <a:lnTo>
                    <a:pt x="987457" y="0"/>
                  </a:lnTo>
                  <a:lnTo>
                    <a:pt x="1316545" y="570071"/>
                  </a:lnTo>
                  <a:lnTo>
                    <a:pt x="987457" y="1140238"/>
                  </a:lnTo>
                  <a:lnTo>
                    <a:pt x="329089" y="114023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A66B19F-957F-E5A7-9B99-3696F1409BBF}"/>
                </a:ext>
              </a:extLst>
            </p:cNvPr>
            <p:cNvSpPr/>
            <p:nvPr/>
          </p:nvSpPr>
          <p:spPr>
            <a:xfrm>
              <a:off x="5518498" y="1936495"/>
              <a:ext cx="1018222" cy="881729"/>
            </a:xfrm>
            <a:custGeom>
              <a:avLst/>
              <a:gdLst>
                <a:gd name="connsiteX0" fmla="*/ 254603 w 1018222"/>
                <a:gd name="connsiteY0" fmla="*/ 881729 h 881729"/>
                <a:gd name="connsiteX1" fmla="*/ 0 w 1018222"/>
                <a:gd name="connsiteY1" fmla="*/ 440817 h 881729"/>
                <a:gd name="connsiteX2" fmla="*/ 254603 w 1018222"/>
                <a:gd name="connsiteY2" fmla="*/ 0 h 881729"/>
                <a:gd name="connsiteX3" fmla="*/ 763619 w 1018222"/>
                <a:gd name="connsiteY3" fmla="*/ 0 h 881729"/>
                <a:gd name="connsiteX4" fmla="*/ 1018223 w 1018222"/>
                <a:gd name="connsiteY4" fmla="*/ 440817 h 881729"/>
                <a:gd name="connsiteX5" fmla="*/ 763619 w 1018222"/>
                <a:gd name="connsiteY5" fmla="*/ 881729 h 881729"/>
                <a:gd name="connsiteX6" fmla="*/ 254603 w 1018222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222" h="881729">
                  <a:moveTo>
                    <a:pt x="254603" y="881729"/>
                  </a:moveTo>
                  <a:lnTo>
                    <a:pt x="0" y="440817"/>
                  </a:lnTo>
                  <a:lnTo>
                    <a:pt x="254603" y="0"/>
                  </a:lnTo>
                  <a:lnTo>
                    <a:pt x="763619" y="0"/>
                  </a:lnTo>
                  <a:lnTo>
                    <a:pt x="1018223" y="440817"/>
                  </a:lnTo>
                  <a:lnTo>
                    <a:pt x="763619" y="881729"/>
                  </a:lnTo>
                  <a:lnTo>
                    <a:pt x="254603" y="881729"/>
                  </a:lnTo>
                  <a:close/>
                </a:path>
              </a:pathLst>
            </a:custGeom>
            <a:solidFill>
              <a:srgbClr val="FFC63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38D04C-5343-4E45-FB5F-85212ED141D6}"/>
                </a:ext>
              </a:extLst>
            </p:cNvPr>
            <p:cNvSpPr/>
            <p:nvPr/>
          </p:nvSpPr>
          <p:spPr>
            <a:xfrm>
              <a:off x="5369337" y="4407471"/>
              <a:ext cx="1316545" cy="1140237"/>
            </a:xfrm>
            <a:custGeom>
              <a:avLst/>
              <a:gdLst>
                <a:gd name="connsiteX0" fmla="*/ 329089 w 1316545"/>
                <a:gd name="connsiteY0" fmla="*/ 1140238 h 1140237"/>
                <a:gd name="connsiteX1" fmla="*/ 0 w 1316545"/>
                <a:gd name="connsiteY1" fmla="*/ 570166 h 1140237"/>
                <a:gd name="connsiteX2" fmla="*/ 329089 w 1316545"/>
                <a:gd name="connsiteY2" fmla="*/ 0 h 1140237"/>
                <a:gd name="connsiteX3" fmla="*/ 987457 w 1316545"/>
                <a:gd name="connsiteY3" fmla="*/ 0 h 1140237"/>
                <a:gd name="connsiteX4" fmla="*/ 1316545 w 1316545"/>
                <a:gd name="connsiteY4" fmla="*/ 570166 h 1140237"/>
                <a:gd name="connsiteX5" fmla="*/ 987457 w 1316545"/>
                <a:gd name="connsiteY5" fmla="*/ 1140238 h 1140237"/>
                <a:gd name="connsiteX6" fmla="*/ 329089 w 1316545"/>
                <a:gd name="connsiteY6" fmla="*/ 1140238 h 114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6545" h="1140237">
                  <a:moveTo>
                    <a:pt x="329089" y="1140238"/>
                  </a:moveTo>
                  <a:lnTo>
                    <a:pt x="0" y="570166"/>
                  </a:lnTo>
                  <a:lnTo>
                    <a:pt x="329089" y="0"/>
                  </a:lnTo>
                  <a:lnTo>
                    <a:pt x="987457" y="0"/>
                  </a:lnTo>
                  <a:lnTo>
                    <a:pt x="1316545" y="570166"/>
                  </a:lnTo>
                  <a:lnTo>
                    <a:pt x="987457" y="1140238"/>
                  </a:lnTo>
                  <a:lnTo>
                    <a:pt x="329089" y="114023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D6ED72A-AD40-EE54-0C7B-A1DF38627B2A}"/>
                </a:ext>
              </a:extLst>
            </p:cNvPr>
            <p:cNvSpPr/>
            <p:nvPr/>
          </p:nvSpPr>
          <p:spPr>
            <a:xfrm>
              <a:off x="5518498" y="4537106"/>
              <a:ext cx="1018222" cy="881729"/>
            </a:xfrm>
            <a:custGeom>
              <a:avLst/>
              <a:gdLst>
                <a:gd name="connsiteX0" fmla="*/ 254603 w 1018222"/>
                <a:gd name="connsiteY0" fmla="*/ 881729 h 881729"/>
                <a:gd name="connsiteX1" fmla="*/ 0 w 1018222"/>
                <a:gd name="connsiteY1" fmla="*/ 440912 h 881729"/>
                <a:gd name="connsiteX2" fmla="*/ 254603 w 1018222"/>
                <a:gd name="connsiteY2" fmla="*/ 0 h 881729"/>
                <a:gd name="connsiteX3" fmla="*/ 763619 w 1018222"/>
                <a:gd name="connsiteY3" fmla="*/ 0 h 881729"/>
                <a:gd name="connsiteX4" fmla="*/ 1018223 w 1018222"/>
                <a:gd name="connsiteY4" fmla="*/ 440912 h 881729"/>
                <a:gd name="connsiteX5" fmla="*/ 763619 w 1018222"/>
                <a:gd name="connsiteY5" fmla="*/ 881729 h 881729"/>
                <a:gd name="connsiteX6" fmla="*/ 254603 w 1018222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222" h="881729">
                  <a:moveTo>
                    <a:pt x="254603" y="881729"/>
                  </a:moveTo>
                  <a:lnTo>
                    <a:pt x="0" y="440912"/>
                  </a:lnTo>
                  <a:lnTo>
                    <a:pt x="254603" y="0"/>
                  </a:lnTo>
                  <a:lnTo>
                    <a:pt x="763619" y="0"/>
                  </a:lnTo>
                  <a:lnTo>
                    <a:pt x="1018223" y="440912"/>
                  </a:lnTo>
                  <a:lnTo>
                    <a:pt x="763619" y="881729"/>
                  </a:lnTo>
                  <a:lnTo>
                    <a:pt x="254603" y="881729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6DB9094-6D65-D5D4-27C0-F890DE2E6A50}"/>
                </a:ext>
              </a:extLst>
            </p:cNvPr>
            <p:cNvSpPr/>
            <p:nvPr/>
          </p:nvSpPr>
          <p:spPr>
            <a:xfrm>
              <a:off x="4225003" y="2433319"/>
              <a:ext cx="1333500" cy="1154810"/>
            </a:xfrm>
            <a:custGeom>
              <a:avLst/>
              <a:gdLst>
                <a:gd name="connsiteX0" fmla="*/ 333375 w 1333500"/>
                <a:gd name="connsiteY0" fmla="*/ 1154811 h 1154810"/>
                <a:gd name="connsiteX1" fmla="*/ 0 w 1333500"/>
                <a:gd name="connsiteY1" fmla="*/ 577406 h 1154810"/>
                <a:gd name="connsiteX2" fmla="*/ 333375 w 1333500"/>
                <a:gd name="connsiteY2" fmla="*/ 0 h 1154810"/>
                <a:gd name="connsiteX3" fmla="*/ 1000125 w 1333500"/>
                <a:gd name="connsiteY3" fmla="*/ 0 h 1154810"/>
                <a:gd name="connsiteX4" fmla="*/ 1333500 w 1333500"/>
                <a:gd name="connsiteY4" fmla="*/ 577406 h 1154810"/>
                <a:gd name="connsiteX5" fmla="*/ 1000125 w 1333500"/>
                <a:gd name="connsiteY5" fmla="*/ 1154811 h 1154810"/>
                <a:gd name="connsiteX6" fmla="*/ 333375 w 1333500"/>
                <a:gd name="connsiteY6" fmla="*/ 1154811 h 115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0" h="1154810">
                  <a:moveTo>
                    <a:pt x="333375" y="1154811"/>
                  </a:moveTo>
                  <a:lnTo>
                    <a:pt x="0" y="577406"/>
                  </a:lnTo>
                  <a:lnTo>
                    <a:pt x="333375" y="0"/>
                  </a:lnTo>
                  <a:lnTo>
                    <a:pt x="1000125" y="0"/>
                  </a:lnTo>
                  <a:lnTo>
                    <a:pt x="1333500" y="577406"/>
                  </a:lnTo>
                  <a:lnTo>
                    <a:pt x="1000125" y="1154811"/>
                  </a:lnTo>
                  <a:lnTo>
                    <a:pt x="333375" y="115481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C5969B-38D4-367D-DF8B-059BD5CDF1A2}"/>
                </a:ext>
              </a:extLst>
            </p:cNvPr>
            <p:cNvSpPr/>
            <p:nvPr/>
          </p:nvSpPr>
          <p:spPr>
            <a:xfrm>
              <a:off x="4385023" y="2558763"/>
              <a:ext cx="1018127" cy="881729"/>
            </a:xfrm>
            <a:custGeom>
              <a:avLst/>
              <a:gdLst>
                <a:gd name="connsiteX0" fmla="*/ 254603 w 1018127"/>
                <a:gd name="connsiteY0" fmla="*/ 881729 h 881729"/>
                <a:gd name="connsiteX1" fmla="*/ 0 w 1018127"/>
                <a:gd name="connsiteY1" fmla="*/ 440912 h 881729"/>
                <a:gd name="connsiteX2" fmla="*/ 254603 w 1018127"/>
                <a:gd name="connsiteY2" fmla="*/ 0 h 881729"/>
                <a:gd name="connsiteX3" fmla="*/ 763619 w 1018127"/>
                <a:gd name="connsiteY3" fmla="*/ 0 h 881729"/>
                <a:gd name="connsiteX4" fmla="*/ 1018127 w 1018127"/>
                <a:gd name="connsiteY4" fmla="*/ 440912 h 881729"/>
                <a:gd name="connsiteX5" fmla="*/ 763619 w 1018127"/>
                <a:gd name="connsiteY5" fmla="*/ 881729 h 881729"/>
                <a:gd name="connsiteX6" fmla="*/ 254603 w 1018127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127" h="881729">
                  <a:moveTo>
                    <a:pt x="254603" y="881729"/>
                  </a:moveTo>
                  <a:lnTo>
                    <a:pt x="0" y="440912"/>
                  </a:lnTo>
                  <a:lnTo>
                    <a:pt x="254603" y="0"/>
                  </a:lnTo>
                  <a:lnTo>
                    <a:pt x="763619" y="0"/>
                  </a:lnTo>
                  <a:lnTo>
                    <a:pt x="1018127" y="440912"/>
                  </a:lnTo>
                  <a:lnTo>
                    <a:pt x="763619" y="881729"/>
                  </a:lnTo>
                  <a:lnTo>
                    <a:pt x="254603" y="88172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5EEEE9-99BE-45FE-F424-651EF628B9FD}"/>
                </a:ext>
              </a:extLst>
            </p:cNvPr>
            <p:cNvSpPr/>
            <p:nvPr/>
          </p:nvSpPr>
          <p:spPr>
            <a:xfrm>
              <a:off x="6496716" y="2433319"/>
              <a:ext cx="1333500" cy="1154810"/>
            </a:xfrm>
            <a:custGeom>
              <a:avLst/>
              <a:gdLst>
                <a:gd name="connsiteX0" fmla="*/ 333375 w 1333500"/>
                <a:gd name="connsiteY0" fmla="*/ 1154811 h 1154810"/>
                <a:gd name="connsiteX1" fmla="*/ 0 w 1333500"/>
                <a:gd name="connsiteY1" fmla="*/ 577406 h 1154810"/>
                <a:gd name="connsiteX2" fmla="*/ 333375 w 1333500"/>
                <a:gd name="connsiteY2" fmla="*/ 0 h 1154810"/>
                <a:gd name="connsiteX3" fmla="*/ 1000125 w 1333500"/>
                <a:gd name="connsiteY3" fmla="*/ 0 h 1154810"/>
                <a:gd name="connsiteX4" fmla="*/ 1333500 w 1333500"/>
                <a:gd name="connsiteY4" fmla="*/ 577406 h 1154810"/>
                <a:gd name="connsiteX5" fmla="*/ 1000125 w 1333500"/>
                <a:gd name="connsiteY5" fmla="*/ 1154811 h 1154810"/>
                <a:gd name="connsiteX6" fmla="*/ 333375 w 1333500"/>
                <a:gd name="connsiteY6" fmla="*/ 1154811 h 115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0" h="1154810">
                  <a:moveTo>
                    <a:pt x="333375" y="1154811"/>
                  </a:moveTo>
                  <a:lnTo>
                    <a:pt x="0" y="577406"/>
                  </a:lnTo>
                  <a:lnTo>
                    <a:pt x="333375" y="0"/>
                  </a:lnTo>
                  <a:lnTo>
                    <a:pt x="1000125" y="0"/>
                  </a:lnTo>
                  <a:lnTo>
                    <a:pt x="1333500" y="577406"/>
                  </a:lnTo>
                  <a:lnTo>
                    <a:pt x="1000125" y="1154811"/>
                  </a:lnTo>
                  <a:lnTo>
                    <a:pt x="333375" y="115481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91928B5-0659-FE9A-9DFB-62A7EACC1421}"/>
                </a:ext>
              </a:extLst>
            </p:cNvPr>
            <p:cNvSpPr/>
            <p:nvPr/>
          </p:nvSpPr>
          <p:spPr>
            <a:xfrm>
              <a:off x="6645687" y="2558763"/>
              <a:ext cx="1018127" cy="881729"/>
            </a:xfrm>
            <a:custGeom>
              <a:avLst/>
              <a:gdLst>
                <a:gd name="connsiteX0" fmla="*/ 254508 w 1018127"/>
                <a:gd name="connsiteY0" fmla="*/ 881729 h 881729"/>
                <a:gd name="connsiteX1" fmla="*/ 0 w 1018127"/>
                <a:gd name="connsiteY1" fmla="*/ 440912 h 881729"/>
                <a:gd name="connsiteX2" fmla="*/ 254508 w 1018127"/>
                <a:gd name="connsiteY2" fmla="*/ 0 h 881729"/>
                <a:gd name="connsiteX3" fmla="*/ 763619 w 1018127"/>
                <a:gd name="connsiteY3" fmla="*/ 0 h 881729"/>
                <a:gd name="connsiteX4" fmla="*/ 1018127 w 1018127"/>
                <a:gd name="connsiteY4" fmla="*/ 440912 h 881729"/>
                <a:gd name="connsiteX5" fmla="*/ 763619 w 1018127"/>
                <a:gd name="connsiteY5" fmla="*/ 881729 h 881729"/>
                <a:gd name="connsiteX6" fmla="*/ 254508 w 1018127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127" h="881729">
                  <a:moveTo>
                    <a:pt x="254508" y="881729"/>
                  </a:moveTo>
                  <a:lnTo>
                    <a:pt x="0" y="440912"/>
                  </a:lnTo>
                  <a:lnTo>
                    <a:pt x="254508" y="0"/>
                  </a:lnTo>
                  <a:lnTo>
                    <a:pt x="763619" y="0"/>
                  </a:lnTo>
                  <a:lnTo>
                    <a:pt x="1018127" y="440912"/>
                  </a:lnTo>
                  <a:lnTo>
                    <a:pt x="763619" y="881729"/>
                  </a:lnTo>
                  <a:lnTo>
                    <a:pt x="254508" y="881729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5391D77-8457-4917-44A3-220529F851C0}"/>
                </a:ext>
              </a:extLst>
            </p:cNvPr>
            <p:cNvSpPr/>
            <p:nvPr/>
          </p:nvSpPr>
          <p:spPr>
            <a:xfrm>
              <a:off x="4225003" y="3766819"/>
              <a:ext cx="1333500" cy="1154811"/>
            </a:xfrm>
            <a:custGeom>
              <a:avLst/>
              <a:gdLst>
                <a:gd name="connsiteX0" fmla="*/ 333375 w 1333500"/>
                <a:gd name="connsiteY0" fmla="*/ 1154811 h 1154811"/>
                <a:gd name="connsiteX1" fmla="*/ 0 w 1333500"/>
                <a:gd name="connsiteY1" fmla="*/ 577405 h 1154811"/>
                <a:gd name="connsiteX2" fmla="*/ 333375 w 1333500"/>
                <a:gd name="connsiteY2" fmla="*/ 0 h 1154811"/>
                <a:gd name="connsiteX3" fmla="*/ 1000125 w 1333500"/>
                <a:gd name="connsiteY3" fmla="*/ 0 h 1154811"/>
                <a:gd name="connsiteX4" fmla="*/ 1333500 w 1333500"/>
                <a:gd name="connsiteY4" fmla="*/ 577405 h 1154811"/>
                <a:gd name="connsiteX5" fmla="*/ 1000125 w 1333500"/>
                <a:gd name="connsiteY5" fmla="*/ 1154811 h 1154811"/>
                <a:gd name="connsiteX6" fmla="*/ 333375 w 1333500"/>
                <a:gd name="connsiteY6" fmla="*/ 1154811 h 1154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0" h="1154811">
                  <a:moveTo>
                    <a:pt x="333375" y="1154811"/>
                  </a:moveTo>
                  <a:lnTo>
                    <a:pt x="0" y="577405"/>
                  </a:lnTo>
                  <a:lnTo>
                    <a:pt x="333375" y="0"/>
                  </a:lnTo>
                  <a:lnTo>
                    <a:pt x="1000125" y="0"/>
                  </a:lnTo>
                  <a:lnTo>
                    <a:pt x="1333500" y="577405"/>
                  </a:lnTo>
                  <a:lnTo>
                    <a:pt x="1000125" y="1154811"/>
                  </a:lnTo>
                  <a:lnTo>
                    <a:pt x="333375" y="115481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2604B63-4928-FBFD-7FB0-E3F232193733}"/>
                </a:ext>
              </a:extLst>
            </p:cNvPr>
            <p:cNvSpPr/>
            <p:nvPr/>
          </p:nvSpPr>
          <p:spPr>
            <a:xfrm>
              <a:off x="4385023" y="3911313"/>
              <a:ext cx="1018127" cy="881729"/>
            </a:xfrm>
            <a:custGeom>
              <a:avLst/>
              <a:gdLst>
                <a:gd name="connsiteX0" fmla="*/ 254603 w 1018127"/>
                <a:gd name="connsiteY0" fmla="*/ 881729 h 881729"/>
                <a:gd name="connsiteX1" fmla="*/ 0 w 1018127"/>
                <a:gd name="connsiteY1" fmla="*/ 440912 h 881729"/>
                <a:gd name="connsiteX2" fmla="*/ 254603 w 1018127"/>
                <a:gd name="connsiteY2" fmla="*/ 0 h 881729"/>
                <a:gd name="connsiteX3" fmla="*/ 763619 w 1018127"/>
                <a:gd name="connsiteY3" fmla="*/ 0 h 881729"/>
                <a:gd name="connsiteX4" fmla="*/ 1018127 w 1018127"/>
                <a:gd name="connsiteY4" fmla="*/ 440912 h 881729"/>
                <a:gd name="connsiteX5" fmla="*/ 763619 w 1018127"/>
                <a:gd name="connsiteY5" fmla="*/ 881729 h 881729"/>
                <a:gd name="connsiteX6" fmla="*/ 254603 w 1018127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127" h="881729">
                  <a:moveTo>
                    <a:pt x="254603" y="881729"/>
                  </a:moveTo>
                  <a:lnTo>
                    <a:pt x="0" y="440912"/>
                  </a:lnTo>
                  <a:lnTo>
                    <a:pt x="254603" y="0"/>
                  </a:lnTo>
                  <a:lnTo>
                    <a:pt x="763619" y="0"/>
                  </a:lnTo>
                  <a:lnTo>
                    <a:pt x="1018127" y="440912"/>
                  </a:lnTo>
                  <a:lnTo>
                    <a:pt x="763619" y="881729"/>
                  </a:lnTo>
                  <a:lnTo>
                    <a:pt x="254603" y="881729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AFE2A5A-AB80-6BAA-6D5F-2D969FDDCB6C}"/>
                </a:ext>
              </a:extLst>
            </p:cNvPr>
            <p:cNvSpPr/>
            <p:nvPr/>
          </p:nvSpPr>
          <p:spPr>
            <a:xfrm>
              <a:off x="6496716" y="3766819"/>
              <a:ext cx="1333500" cy="1154811"/>
            </a:xfrm>
            <a:custGeom>
              <a:avLst/>
              <a:gdLst>
                <a:gd name="connsiteX0" fmla="*/ 333375 w 1333500"/>
                <a:gd name="connsiteY0" fmla="*/ 1154811 h 1154811"/>
                <a:gd name="connsiteX1" fmla="*/ 0 w 1333500"/>
                <a:gd name="connsiteY1" fmla="*/ 577405 h 1154811"/>
                <a:gd name="connsiteX2" fmla="*/ 333375 w 1333500"/>
                <a:gd name="connsiteY2" fmla="*/ 0 h 1154811"/>
                <a:gd name="connsiteX3" fmla="*/ 1000125 w 1333500"/>
                <a:gd name="connsiteY3" fmla="*/ 0 h 1154811"/>
                <a:gd name="connsiteX4" fmla="*/ 1333500 w 1333500"/>
                <a:gd name="connsiteY4" fmla="*/ 577405 h 1154811"/>
                <a:gd name="connsiteX5" fmla="*/ 1000125 w 1333500"/>
                <a:gd name="connsiteY5" fmla="*/ 1154811 h 1154811"/>
                <a:gd name="connsiteX6" fmla="*/ 333375 w 1333500"/>
                <a:gd name="connsiteY6" fmla="*/ 1154811 h 1154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0" h="1154811">
                  <a:moveTo>
                    <a:pt x="333375" y="1154811"/>
                  </a:moveTo>
                  <a:lnTo>
                    <a:pt x="0" y="577405"/>
                  </a:lnTo>
                  <a:lnTo>
                    <a:pt x="333375" y="0"/>
                  </a:lnTo>
                  <a:lnTo>
                    <a:pt x="1000125" y="0"/>
                  </a:lnTo>
                  <a:lnTo>
                    <a:pt x="1333500" y="577405"/>
                  </a:lnTo>
                  <a:lnTo>
                    <a:pt x="1000125" y="1154811"/>
                  </a:lnTo>
                  <a:lnTo>
                    <a:pt x="333375" y="115481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  <a:effectLst>
              <a:outerShdw blurRad="203200" dist="101600" dir="2700000" sx="98000" sy="98000" algn="tl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0D04264-6E2A-F7FB-939C-99BDD8F0C026}"/>
                </a:ext>
              </a:extLst>
            </p:cNvPr>
            <p:cNvSpPr/>
            <p:nvPr/>
          </p:nvSpPr>
          <p:spPr>
            <a:xfrm>
              <a:off x="6645687" y="3911313"/>
              <a:ext cx="1018127" cy="881729"/>
            </a:xfrm>
            <a:custGeom>
              <a:avLst/>
              <a:gdLst>
                <a:gd name="connsiteX0" fmla="*/ 254508 w 1018127"/>
                <a:gd name="connsiteY0" fmla="*/ 881729 h 881729"/>
                <a:gd name="connsiteX1" fmla="*/ 0 w 1018127"/>
                <a:gd name="connsiteY1" fmla="*/ 440912 h 881729"/>
                <a:gd name="connsiteX2" fmla="*/ 254508 w 1018127"/>
                <a:gd name="connsiteY2" fmla="*/ 0 h 881729"/>
                <a:gd name="connsiteX3" fmla="*/ 763619 w 1018127"/>
                <a:gd name="connsiteY3" fmla="*/ 0 h 881729"/>
                <a:gd name="connsiteX4" fmla="*/ 1018127 w 1018127"/>
                <a:gd name="connsiteY4" fmla="*/ 440912 h 881729"/>
                <a:gd name="connsiteX5" fmla="*/ 763619 w 1018127"/>
                <a:gd name="connsiteY5" fmla="*/ 881729 h 881729"/>
                <a:gd name="connsiteX6" fmla="*/ 254508 w 1018127"/>
                <a:gd name="connsiteY6" fmla="*/ 881729 h 88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127" h="881729">
                  <a:moveTo>
                    <a:pt x="254508" y="881729"/>
                  </a:moveTo>
                  <a:lnTo>
                    <a:pt x="0" y="440912"/>
                  </a:lnTo>
                  <a:lnTo>
                    <a:pt x="254508" y="0"/>
                  </a:lnTo>
                  <a:lnTo>
                    <a:pt x="763619" y="0"/>
                  </a:lnTo>
                  <a:lnTo>
                    <a:pt x="1018127" y="440912"/>
                  </a:lnTo>
                  <a:lnTo>
                    <a:pt x="763619" y="881729"/>
                  </a:lnTo>
                  <a:lnTo>
                    <a:pt x="254508" y="881729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7DAE405-352E-3AE2-7EE2-1E11FECC16FD}"/>
                </a:ext>
              </a:extLst>
            </p:cNvPr>
            <p:cNvSpPr/>
            <p:nvPr/>
          </p:nvSpPr>
          <p:spPr>
            <a:xfrm>
              <a:off x="5369337" y="3107403"/>
              <a:ext cx="1316545" cy="1140142"/>
            </a:xfrm>
            <a:custGeom>
              <a:avLst/>
              <a:gdLst>
                <a:gd name="connsiteX0" fmla="*/ 329089 w 1316545"/>
                <a:gd name="connsiteY0" fmla="*/ 1140143 h 1140142"/>
                <a:gd name="connsiteX1" fmla="*/ 0 w 1316545"/>
                <a:gd name="connsiteY1" fmla="*/ 570071 h 1140142"/>
                <a:gd name="connsiteX2" fmla="*/ 329089 w 1316545"/>
                <a:gd name="connsiteY2" fmla="*/ 0 h 1140142"/>
                <a:gd name="connsiteX3" fmla="*/ 987457 w 1316545"/>
                <a:gd name="connsiteY3" fmla="*/ 0 h 1140142"/>
                <a:gd name="connsiteX4" fmla="*/ 1316545 w 1316545"/>
                <a:gd name="connsiteY4" fmla="*/ 570071 h 1140142"/>
                <a:gd name="connsiteX5" fmla="*/ 987457 w 1316545"/>
                <a:gd name="connsiteY5" fmla="*/ 1140143 h 1140142"/>
                <a:gd name="connsiteX6" fmla="*/ 329089 w 1316545"/>
                <a:gd name="connsiteY6" fmla="*/ 1140143 h 114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6545" h="1140142">
                  <a:moveTo>
                    <a:pt x="329089" y="1140143"/>
                  </a:moveTo>
                  <a:lnTo>
                    <a:pt x="0" y="570071"/>
                  </a:lnTo>
                  <a:lnTo>
                    <a:pt x="329089" y="0"/>
                  </a:lnTo>
                  <a:lnTo>
                    <a:pt x="987457" y="0"/>
                  </a:lnTo>
                  <a:lnTo>
                    <a:pt x="1316545" y="570071"/>
                  </a:lnTo>
                  <a:lnTo>
                    <a:pt x="987457" y="1140143"/>
                  </a:lnTo>
                  <a:lnTo>
                    <a:pt x="329089" y="114014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rtl="1"/>
              <a:endParaRPr lang="en-ID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84B3FA-7E02-6F67-9101-E794580F9411}"/>
              </a:ext>
            </a:extLst>
          </p:cNvPr>
          <p:cNvGrpSpPr/>
          <p:nvPr/>
        </p:nvGrpSpPr>
        <p:grpSpPr>
          <a:xfrm flipH="1">
            <a:off x="5848682" y="2092404"/>
            <a:ext cx="391210" cy="391210"/>
            <a:chOff x="3188073" y="3159231"/>
            <a:chExt cx="391210" cy="39121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92AD848-4323-847B-D196-2F243BF5CBBA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FC9EA3-25B2-9E94-A3DF-56BF7E554356}"/>
                </a:ext>
              </a:extLst>
            </p:cNvPr>
            <p:cNvSpPr txBox="1"/>
            <p:nvPr/>
          </p:nvSpPr>
          <p:spPr>
            <a:xfrm>
              <a:off x="3262491" y="3200948"/>
              <a:ext cx="2423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1"/>
                  </a:solidFill>
                </a:rPr>
                <a:t>1</a:t>
              </a:r>
              <a:endParaRPr lang="en-ID" sz="1400" b="1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5C37980-B6EF-0860-9D0A-A3F6296D41D2}"/>
              </a:ext>
            </a:extLst>
          </p:cNvPr>
          <p:cNvCxnSpPr/>
          <p:nvPr/>
        </p:nvCxnSpPr>
        <p:spPr>
          <a:xfrm flipH="1">
            <a:off x="4872200" y="2273191"/>
            <a:ext cx="896960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7755D55-EBD3-E07A-0AE4-B5215300A3D8}"/>
              </a:ext>
            </a:extLst>
          </p:cNvPr>
          <p:cNvSpPr txBox="1"/>
          <p:nvPr/>
        </p:nvSpPr>
        <p:spPr>
          <a:xfrm flipH="1">
            <a:off x="1968613" y="1960405"/>
            <a:ext cx="2656984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38 manual test cases executed</a:t>
            </a:r>
            <a:endParaRPr lang="ar-EG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393319E-E1CA-608A-45CF-DA5E31D2742A}"/>
              </a:ext>
            </a:extLst>
          </p:cNvPr>
          <p:cNvGrpSpPr/>
          <p:nvPr/>
        </p:nvGrpSpPr>
        <p:grpSpPr>
          <a:xfrm flipH="1">
            <a:off x="4506303" y="3195047"/>
            <a:ext cx="391210" cy="391210"/>
            <a:chOff x="3188073" y="3159231"/>
            <a:chExt cx="391210" cy="391210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B37A3DB-6913-CC56-D702-2C721C0C930C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6EA38E0-E209-B475-83FC-F78D518526F9}"/>
                </a:ext>
              </a:extLst>
            </p:cNvPr>
            <p:cNvSpPr txBox="1"/>
            <p:nvPr/>
          </p:nvSpPr>
          <p:spPr>
            <a:xfrm>
              <a:off x="3243255" y="320094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2"/>
                  </a:solidFill>
                </a:rPr>
                <a:t>2</a:t>
              </a:r>
              <a:endParaRPr lang="en-ID" sz="14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72EB931-ACE7-0533-0020-72B75139DFE0}"/>
              </a:ext>
            </a:extLst>
          </p:cNvPr>
          <p:cNvCxnSpPr/>
          <p:nvPr/>
        </p:nvCxnSpPr>
        <p:spPr>
          <a:xfrm flipH="1">
            <a:off x="3515207" y="3388165"/>
            <a:ext cx="896960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EB88F02-CCB5-7FF3-6138-E4017BC954EF}"/>
              </a:ext>
            </a:extLst>
          </p:cNvPr>
          <p:cNvSpPr txBox="1"/>
          <p:nvPr/>
        </p:nvSpPr>
        <p:spPr>
          <a:xfrm flipH="1">
            <a:off x="611620" y="3066756"/>
            <a:ext cx="2656984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 defects identified and documented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E775DD2D-CAB7-1C0C-41EC-3A8B1F49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0700" y="2653730"/>
            <a:ext cx="316496" cy="316496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391A90B9-0B0C-26BB-4D1F-9BDDA208113F}"/>
              </a:ext>
            </a:extLst>
          </p:cNvPr>
          <p:cNvGrpSpPr/>
          <p:nvPr/>
        </p:nvGrpSpPr>
        <p:grpSpPr>
          <a:xfrm flipH="1">
            <a:off x="4506303" y="4401688"/>
            <a:ext cx="391210" cy="391210"/>
            <a:chOff x="3188073" y="3159231"/>
            <a:chExt cx="391210" cy="391210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9F1A79C-A080-8CE4-ED90-2D63354718F5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69806A1-9CB3-0915-996F-3BE09971F48B}"/>
                </a:ext>
              </a:extLst>
            </p:cNvPr>
            <p:cNvSpPr txBox="1"/>
            <p:nvPr/>
          </p:nvSpPr>
          <p:spPr>
            <a:xfrm>
              <a:off x="3243255" y="3200948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3"/>
                  </a:solidFill>
                </a:rPr>
                <a:t>3</a:t>
              </a:r>
              <a:endParaRPr lang="en-ID" sz="1400" b="1" dirty="0">
                <a:solidFill>
                  <a:schemeClr val="accent3"/>
                </a:solidFill>
              </a:endParaRPr>
            </a:p>
          </p:txBody>
        </p: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5ED9984-7D04-B028-C191-C96300939444}"/>
              </a:ext>
            </a:extLst>
          </p:cNvPr>
          <p:cNvCxnSpPr>
            <a:cxnSpLocks/>
          </p:cNvCxnSpPr>
          <p:nvPr/>
        </p:nvCxnSpPr>
        <p:spPr>
          <a:xfrm flipH="1">
            <a:off x="3759267" y="4614625"/>
            <a:ext cx="652900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C85B636-9236-7F15-7E6C-86D0C243D4BE}"/>
              </a:ext>
            </a:extLst>
          </p:cNvPr>
          <p:cNvSpPr txBox="1"/>
          <p:nvPr/>
        </p:nvSpPr>
        <p:spPr>
          <a:xfrm flipH="1">
            <a:off x="858223" y="4310471"/>
            <a:ext cx="2656984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API, UI &amp; performance testing implemented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456C72C-4CB2-D5EA-0964-993421D67A1D}"/>
              </a:ext>
            </a:extLst>
          </p:cNvPr>
          <p:cNvGrpSpPr/>
          <p:nvPr/>
        </p:nvGrpSpPr>
        <p:grpSpPr>
          <a:xfrm flipH="1">
            <a:off x="6364354" y="5475297"/>
            <a:ext cx="391210" cy="391210"/>
            <a:chOff x="3188073" y="3159231"/>
            <a:chExt cx="391210" cy="391210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705CB5A-AFB3-F91A-0DDE-31A12FE11E2E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1B0352B-ADC4-5261-B904-43CD9438521F}"/>
                </a:ext>
              </a:extLst>
            </p:cNvPr>
            <p:cNvSpPr txBox="1"/>
            <p:nvPr/>
          </p:nvSpPr>
          <p:spPr>
            <a:xfrm>
              <a:off x="3240049" y="3200948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4"/>
                  </a:solidFill>
                </a:rPr>
                <a:t>3</a:t>
              </a:r>
              <a:endParaRPr lang="en-ID" sz="1400" b="1" dirty="0">
                <a:solidFill>
                  <a:schemeClr val="accent4"/>
                </a:solidFill>
              </a:endParaRPr>
            </a:p>
          </p:txBody>
        </p: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72D59B1-DD46-D1D8-ADC9-FDC139C9676E}"/>
              </a:ext>
            </a:extLst>
          </p:cNvPr>
          <p:cNvCxnSpPr/>
          <p:nvPr/>
        </p:nvCxnSpPr>
        <p:spPr>
          <a:xfrm>
            <a:off x="6845849" y="5702406"/>
            <a:ext cx="896960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8D00D8D-3979-9547-A8F9-046DC0413BD2}"/>
              </a:ext>
            </a:extLst>
          </p:cNvPr>
          <p:cNvSpPr txBox="1"/>
          <p:nvPr/>
        </p:nvSpPr>
        <p:spPr>
          <a:xfrm>
            <a:off x="7989412" y="5381000"/>
            <a:ext cx="2656984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Ready to demonstrate code and reports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91318A8-9FDD-E6E9-E7B4-96D1A5AF3212}"/>
              </a:ext>
            </a:extLst>
          </p:cNvPr>
          <p:cNvGrpSpPr/>
          <p:nvPr/>
        </p:nvGrpSpPr>
        <p:grpSpPr>
          <a:xfrm flipH="1">
            <a:off x="7547510" y="4159372"/>
            <a:ext cx="391210" cy="391210"/>
            <a:chOff x="3188073" y="3159231"/>
            <a:chExt cx="391210" cy="391210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9A2EBB0-069F-BDD2-8C72-F698D97FB733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B70F679-B2E4-C4DE-4EB7-2C1D9ADAC4D8}"/>
                </a:ext>
              </a:extLst>
            </p:cNvPr>
            <p:cNvSpPr txBox="1"/>
            <p:nvPr/>
          </p:nvSpPr>
          <p:spPr>
            <a:xfrm>
              <a:off x="3242454" y="3200948"/>
              <a:ext cx="2824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5"/>
                  </a:solidFill>
                </a:rPr>
                <a:t>2</a:t>
              </a:r>
              <a:endParaRPr lang="en-ID" sz="1400" b="1" dirty="0">
                <a:solidFill>
                  <a:schemeClr val="accent5"/>
                </a:solidFill>
              </a:endParaRPr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EA4963B-6D50-9ADD-1D74-2E6B2891F45E}"/>
              </a:ext>
            </a:extLst>
          </p:cNvPr>
          <p:cNvCxnSpPr>
            <a:cxnSpLocks/>
          </p:cNvCxnSpPr>
          <p:nvPr/>
        </p:nvCxnSpPr>
        <p:spPr>
          <a:xfrm>
            <a:off x="8035743" y="4351866"/>
            <a:ext cx="669622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4815672-2E89-C8FA-95F1-83BA9BC11B05}"/>
              </a:ext>
            </a:extLst>
          </p:cNvPr>
          <p:cNvSpPr txBox="1"/>
          <p:nvPr/>
        </p:nvSpPr>
        <p:spPr>
          <a:xfrm>
            <a:off x="8923397" y="4177102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Extended test coverage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F1273DC-2345-8B31-DAAE-04F70FA4E441}"/>
              </a:ext>
            </a:extLst>
          </p:cNvPr>
          <p:cNvGrpSpPr/>
          <p:nvPr/>
        </p:nvGrpSpPr>
        <p:grpSpPr>
          <a:xfrm flipH="1">
            <a:off x="7410829" y="2761899"/>
            <a:ext cx="391210" cy="391210"/>
            <a:chOff x="3188073" y="3159231"/>
            <a:chExt cx="391210" cy="391210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ABBF896-CCB0-2335-5354-FEFBF7A62162}"/>
                </a:ext>
              </a:extLst>
            </p:cNvPr>
            <p:cNvSpPr/>
            <p:nvPr/>
          </p:nvSpPr>
          <p:spPr>
            <a:xfrm>
              <a:off x="3188073" y="3159231"/>
              <a:ext cx="391210" cy="391210"/>
            </a:xfrm>
            <a:custGeom>
              <a:avLst/>
              <a:gdLst>
                <a:gd name="connsiteX0" fmla="*/ 1202766 w 1202765"/>
                <a:gd name="connsiteY0" fmla="*/ 601383 h 1202765"/>
                <a:gd name="connsiteX1" fmla="*/ 601383 w 1202765"/>
                <a:gd name="connsiteY1" fmla="*/ 1202766 h 1202765"/>
                <a:gd name="connsiteX2" fmla="*/ 0 w 1202765"/>
                <a:gd name="connsiteY2" fmla="*/ 601383 h 1202765"/>
                <a:gd name="connsiteX3" fmla="*/ 601383 w 1202765"/>
                <a:gd name="connsiteY3" fmla="*/ 0 h 1202765"/>
                <a:gd name="connsiteX4" fmla="*/ 1202766 w 1202765"/>
                <a:gd name="connsiteY4" fmla="*/ 601383 h 1202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765" h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79400" dist="152400" dir="2700000" sx="98000" sy="98000" algn="tl" rotWithShape="0">
                <a:prstClr val="black">
                  <a:alpha val="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DA1E5C5-D074-7AF4-BB1C-25C448364571}"/>
                </a:ext>
              </a:extLst>
            </p:cNvPr>
            <p:cNvSpPr txBox="1"/>
            <p:nvPr/>
          </p:nvSpPr>
          <p:spPr>
            <a:xfrm>
              <a:off x="3249667" y="3200948"/>
              <a:ext cx="2680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en-US" sz="14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  <a:endParaRPr lang="en-ID" sz="14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787FE11-F16C-1917-7088-0E361311684A}"/>
              </a:ext>
            </a:extLst>
          </p:cNvPr>
          <p:cNvCxnSpPr>
            <a:cxnSpLocks/>
          </p:cNvCxnSpPr>
          <p:nvPr/>
        </p:nvCxnSpPr>
        <p:spPr>
          <a:xfrm>
            <a:off x="7862967" y="2922370"/>
            <a:ext cx="669622" cy="0"/>
          </a:xfrm>
          <a:prstGeom prst="line">
            <a:avLst/>
          </a:prstGeom>
          <a:ln w="12700" cap="rnd">
            <a:solidFill>
              <a:schemeClr val="bg1">
                <a:lumMod val="9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65D30F9-2BF2-5602-0B14-793877097455}"/>
              </a:ext>
            </a:extLst>
          </p:cNvPr>
          <p:cNvSpPr txBox="1"/>
          <p:nvPr/>
        </p:nvSpPr>
        <p:spPr>
          <a:xfrm>
            <a:off x="8750621" y="2747606"/>
            <a:ext cx="2656984" cy="345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CI/CD integration</a:t>
            </a:r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465A879C-8ADC-A347-4ECB-B5DED7479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84250" y="3216340"/>
            <a:ext cx="316496" cy="316496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87BD71F8-CCA0-AAED-A7C6-164DFF68B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3820" y="4451497"/>
            <a:ext cx="365760" cy="36576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3544BFA1-CBBE-881D-32FB-0A7669C17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66" y="5027643"/>
            <a:ext cx="365760" cy="36576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2E1DF73C-5F3C-C384-5D82-100F102BEB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143576" y="4440369"/>
            <a:ext cx="365760" cy="365760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375B2CCA-A613-A763-7C99-DE1E690BD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168208" y="3221217"/>
            <a:ext cx="316496" cy="316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758E75-33E7-0BA1-4563-B38FFF33D856}"/>
              </a:ext>
            </a:extLst>
          </p:cNvPr>
          <p:cNvSpPr txBox="1"/>
          <p:nvPr/>
        </p:nvSpPr>
        <p:spPr>
          <a:xfrm flipH="1">
            <a:off x="452100" y="1270930"/>
            <a:ext cx="338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  Value Delivered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A37ED-6D5D-988B-CEFC-5A3CFDD25932}"/>
              </a:ext>
            </a:extLst>
          </p:cNvPr>
          <p:cNvSpPr txBox="1"/>
          <p:nvPr/>
        </p:nvSpPr>
        <p:spPr>
          <a:xfrm flipH="1">
            <a:off x="7632025" y="1938727"/>
            <a:ext cx="338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+mj-cs"/>
              </a:rPr>
              <a:t>     What's Next</a:t>
            </a:r>
          </a:p>
        </p:txBody>
      </p:sp>
    </p:spTree>
    <p:extLst>
      <p:ext uri="{BB962C8B-B14F-4D97-AF65-F5344CB8AC3E}">
        <p14:creationId xmlns:p14="http://schemas.microsoft.com/office/powerpoint/2010/main" val="329958148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56DE4-906D-AE43-619D-673FD94F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D347E1-8295-C6AE-303A-9D3B595031F3}"/>
              </a:ext>
            </a:extLst>
          </p:cNvPr>
          <p:cNvSpPr txBox="1"/>
          <p:nvPr/>
        </p:nvSpPr>
        <p:spPr>
          <a:xfrm>
            <a:off x="2050848" y="2270200"/>
            <a:ext cx="8090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276EBB"/>
                </a:solidFill>
                <a:latin typeface="+mj-lt"/>
                <a:cs typeface="+mj-cs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16666-CDF0-2D6E-1229-93D41B02DEC6}"/>
              </a:ext>
            </a:extLst>
          </p:cNvPr>
          <p:cNvSpPr txBox="1"/>
          <p:nvPr/>
        </p:nvSpPr>
        <p:spPr>
          <a:xfrm>
            <a:off x="4090503" y="4363363"/>
            <a:ext cx="4010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600" b="1" dirty="0">
                <a:solidFill>
                  <a:schemeClr val="accent1"/>
                </a:solidFill>
              </a:rPr>
              <a:t> System Successfully Tested</a:t>
            </a:r>
          </a:p>
          <a:p>
            <a:pPr algn="ctr" rtl="1"/>
            <a:r>
              <a:rPr lang="en-US" sz="1600" b="1" dirty="0">
                <a:solidFill>
                  <a:schemeClr val="accent1"/>
                </a:solidFill>
              </a:rPr>
              <a:t> Ready for Next Phase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ECE76-9BE7-3382-56D9-0D8A3E05CCE4}"/>
              </a:ext>
            </a:extLst>
          </p:cNvPr>
          <p:cNvSpPr txBox="1"/>
          <p:nvPr/>
        </p:nvSpPr>
        <p:spPr>
          <a:xfrm>
            <a:off x="3409662" y="5292567"/>
            <a:ext cx="5372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400" dirty="0">
                <a:solidFill>
                  <a:schemeClr val="accent1"/>
                </a:solidFill>
              </a:rPr>
              <a:t>Ready to demonstrate code and reports upon request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C458B-37BC-FDF5-93CD-6200A3492894}"/>
              </a:ext>
            </a:extLst>
          </p:cNvPr>
          <p:cNvSpPr txBox="1"/>
          <p:nvPr/>
        </p:nvSpPr>
        <p:spPr>
          <a:xfrm>
            <a:off x="2050848" y="3236588"/>
            <a:ext cx="809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76EBB"/>
                </a:solidFill>
                <a:latin typeface="+mj-lt"/>
                <a:cs typeface="+mj-cs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966386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adex SemiBold + Readex Light">
      <a:majorFont>
        <a:latin typeface="Readex Pro SemiBold"/>
        <a:ea typeface=""/>
        <a:cs typeface="Readex Pro SemiBold"/>
      </a:majorFont>
      <a:minorFont>
        <a:latin typeface="Readex Pro Light"/>
        <a:ea typeface=""/>
        <a:cs typeface="Readex Pro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294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Readex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ادركها بوربوينت</dc:creator>
  <cp:keywords/>
  <dc:description/>
  <cp:lastModifiedBy>Anood Alnaimat</cp:lastModifiedBy>
  <cp:revision>65</cp:revision>
  <dcterms:created xsi:type="dcterms:W3CDTF">2024-06-03T01:49:49Z</dcterms:created>
  <dcterms:modified xsi:type="dcterms:W3CDTF">2026-02-11T00:13:57Z</dcterms:modified>
  <cp:category/>
</cp:coreProperties>
</file>